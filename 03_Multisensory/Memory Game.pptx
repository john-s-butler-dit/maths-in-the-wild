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8"/>
  </p:notesMasterIdLst>
  <p:sldIdLst>
    <p:sldId id="761" r:id="rId2"/>
    <p:sldId id="756" r:id="rId3"/>
    <p:sldId id="762" r:id="rId4"/>
    <p:sldId id="778" r:id="rId5"/>
    <p:sldId id="763" r:id="rId6"/>
    <p:sldId id="764" r:id="rId7"/>
    <p:sldId id="780" r:id="rId8"/>
    <p:sldId id="781" r:id="rId9"/>
    <p:sldId id="784" r:id="rId10"/>
    <p:sldId id="783" r:id="rId11"/>
    <p:sldId id="759" r:id="rId12"/>
    <p:sldId id="760" r:id="rId13"/>
    <p:sldId id="767" r:id="rId14"/>
    <p:sldId id="765" r:id="rId15"/>
    <p:sldId id="768" r:id="rId16"/>
    <p:sldId id="77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6091FC-68A5-0A0F-D84C-8EFCAFCB9110}" name="Gaia Sessa" initials="GS" userId="S::gaia.sessa@tudublin.ie::b85d0358-d648-4df9-bbb0-7cd4b702a7f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070"/>
    <a:srgbClr val="E9E9E9"/>
    <a:srgbClr val="0BBB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5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3:50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24575,'0'10'0,"0"1"0,0 0 0,0-2 0,0 0 0,0 1 0,0 1 0,0 7 0,0 7 0,0 3 0,0-1 0,0-5 0,0-4 0,0-3 0,0 1 0,0 3 0,2 4 0,2 0 0,0-3 0,0-3 0,-2-4 0,-2-3 0,0-1 0,0-2 0,0 0 0,0 0 0,0 2 0,0 5 0,0 6 0,0 3 0,0 0 0,0-3 0,0-3 0,0-4 0,0-3 0,0-3 0,0 0 0,0 5 0,0 3 0,0 3 0,0-2 0,0-3 0,0-4 0,0-5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3:53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 24575,'18'0'0,"3"0"0,3 0 0,0 0 0,-4 0 0,-5 0 0,-3 0 0,1 0 0,2 0 0,4 0 0,-2 0 0,1 0 0,-3 0 0,0 0 0,0 0 0,0 0 0,-2 2 0,-4 3 0,-4 3 0,-4 2 0,-1 2 0,0 0 0,0 0 0,0 1 0,0 0 0,-4 1 0,-3-1 0,-8 1 0,-7 0 0,-8 1 0,-8 2 0,-6 4 0,-1 0 0,3-3 0,8-4 0,7-8 0,8-3 0,10-1 0,9-2 0,11 0 0,4 0 0,8 0 0,8 1 0,3 1 0,4 5 0,-7 1 0,-7 2 0,-6-2 0,-7-2 0,-4 1 0,-3-1 0,-2 1 0,-1 1 0,-1 2 0,0 2 0,0 2 0,0 1 0,0 2 0,0 1 0,0 0 0,0-2 0,0-5 0,0-1 0,-2-1 0,-6 2 0,-8 3 0,-6 2 0,-7-1 0,-5-1 0,-5-5 0,-2-3 0,3-5 0,5-1 0,8 0 0,7 0 0,9 0 0,5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3:50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24575,'0'10'0,"0"1"0,0 0 0,0-2 0,0 0 0,0 1 0,0 1 0,0 7 0,0 7 0,0 3 0,0-1 0,0-5 0,0-4 0,0-3 0,0 1 0,0 3 0,2 4 0,2 0 0,0-3 0,0-3 0,-2-4 0,-2-3 0,0-1 0,0-2 0,0 0 0,0 0 0,0 2 0,0 5 0,0 6 0,0 3 0,0 0 0,0-3 0,0-3 0,0-4 0,0-3 0,0-3 0,0 0 0,0 5 0,0 3 0,0 3 0,0-2 0,0-3 0,0-4 0,0-5 0,0-1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3:53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 24575,'18'0'0,"3"0"0,3 0 0,0 0 0,-4 0 0,-5 0 0,-3 0 0,1 0 0,2 0 0,4 0 0,-2 0 0,1 0 0,-3 0 0,0 0 0,0 0 0,0 0 0,-2 2 0,-4 3 0,-4 3 0,-4 2 0,-1 2 0,0 0 0,0 0 0,0 1 0,0 0 0,-4 1 0,-3-1 0,-8 1 0,-7 0 0,-8 1 0,-8 2 0,-6 4 0,-1 0 0,3-3 0,8-4 0,7-8 0,8-3 0,10-1 0,9-2 0,11 0 0,4 0 0,8 0 0,8 1 0,3 1 0,4 5 0,-7 1 0,-7 2 0,-6-2 0,-7-2 0,-4 1 0,-3-1 0,-2 1 0,-1 1 0,-1 2 0,0 2 0,0 2 0,0 1 0,0 2 0,0 1 0,0 0 0,0-2 0,0-5 0,0-1 0,-2-1 0,-6 2 0,-8 3 0,-6 2 0,-7-1 0,-5-1 0,-5-5 0,-2-3 0,3-5 0,5-1 0,8 0 0,7 0 0,9 0 0,5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4:13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24575,'0'20'0,"0"9"0,0 4 0,0 4 0,0-8 0,0-7 0,0-1 0,0-6 0,0 4 0,0 5 0,0-1 0,0 3 0,0-4 0,0-4 0,0-1 0,0-6 0,0-3 0,0-1 0,0 0 0,0 0 0,0 0 0,1 3 0,0 2 0,1 1 0,0 2 0,0 0 0,-2-7 0,0-2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4:16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0 24575,'-8'0'0,"-5"0"0,-6 1 0,-4 4 0,1 4 0,6 1 0,-1 5 0,1 3 0,-3 9 0,-6 10 0,2 2 0,3-3 0,5-6 0,7-5 0,4-4 0,2 1 0,2 6 0,1 3 0,3 1 0,5-6 0,4-4 0,2-7 0,0-5 0,2-2 0,3-2 0,3 1 0,0-1 0,-5-4 0,-7-4 0,-6-5 0,-3-1 0,-2-1 0,0 2 0,0 0 0,0 1 0,-1 0 0,-1 0 0,-2 0 0,-3 0 0,-3-2 0,-1-1 0,-5-1 0,-2-1 0,-4-1 0,-4-2 0,-1 1 0,4 2 0,5 5 0,3 2 0,8 2 0,2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5:33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5:33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3:50.3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24575,'0'10'0,"0"1"0,0 0 0,0-2 0,0 0 0,0 1 0,0 1 0,0 7 0,0 7 0,0 3 0,0-1 0,0-5 0,0-4 0,0-3 0,0 1 0,0 3 0,2 4 0,2 0 0,0-3 0,0-3 0,-2-4 0,-2-3 0,0-1 0,0-2 0,0 0 0,0 0 0,0 2 0,0 5 0,0 6 0,0 3 0,0 0 0,0-3 0,0-3 0,0-4 0,0-3 0,0-3 0,0 0 0,0 5 0,0 3 0,0 3 0,0-2 0,0-3 0,0-4 0,0-5 0,0-1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3:53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 24575,'18'0'0,"3"0"0,3 0 0,0 0 0,-4 0 0,-5 0 0,-3 0 0,1 0 0,2 0 0,4 0 0,-2 0 0,1 0 0,-3 0 0,0 0 0,0 0 0,0 0 0,-2 2 0,-4 3 0,-4 3 0,-4 2 0,-1 2 0,0 0 0,0 0 0,0 1 0,0 0 0,-4 1 0,-3-1 0,-8 1 0,-7 0 0,-8 1 0,-8 2 0,-6 4 0,-1 0 0,3-3 0,8-4 0,7-8 0,8-3 0,10-1 0,9-2 0,11 0 0,4 0 0,8 0 0,8 1 0,3 1 0,4 5 0,-7 1 0,-7 2 0,-6-2 0,-7-2 0,-4 1 0,-3-1 0,-2 1 0,-1 1 0,-1 2 0,0 2 0,0 2 0,0 1 0,0 2 0,0 1 0,0 0 0,0-2 0,0-5 0,0-1 0,-2-1 0,-6 2 0,-8 3 0,-6 2 0,-7-1 0,-5-1 0,-5-5 0,-2-3 0,3-5 0,5-1 0,8 0 0,7 0 0,9 0 0,5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4:13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24575,'0'20'0,"0"9"0,0 4 0,0 4 0,0-8 0,0-7 0,0-1 0,0-6 0,0 4 0,0 5 0,0-1 0,0 3 0,0-4 0,0-4 0,0-1 0,0-6 0,0-3 0,0-1 0,0 0 0,0 0 0,0 0 0,1 3 0,0 2 0,1 1 0,0 2 0,0 0 0,-2-7 0,0-2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09:54:16.1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0 24575,'-8'0'0,"-5"0"0,-6 1 0,-4 4 0,1 4 0,6 1 0,-1 5 0,1 3 0,-3 9 0,-6 10 0,2 2 0,3-3 0,5-6 0,7-5 0,4-4 0,2 1 0,2 6 0,1 3 0,3 1 0,5-6 0,4-4 0,2-7 0,0-5 0,2-2 0,3-2 0,3 1 0,0-1 0,-5-4 0,-7-4 0,-6-5 0,-3-1 0,-2-1 0,0 2 0,0 0 0,0 1 0,-1 0 0,-1 0 0,-2 0 0,-3 0 0,-3-2 0,-1-1 0,-5-1 0,-2-1 0,-4-1 0,-4-2 0,-1 1 0,4 2 0,5 5 0,3 2 0,8 2 0,2 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10:05:42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24575,'0'22'0,"0"0"0,0 2 0,0 1 0,0 0 0,0-7 0,0-1 0,0-4 0,0-2 0,0 0 0,0-1 0,0 3 0,0 7 0,0 8 0,0 0 0,0-3 0,0-6 0,0-5 0,0-2 0,0-2 0,0-3 0,0 0 0,0-1 0,0-1 0,0 2 0,0 2 0,-1 6 0,-3 7 0,0 5 0,-1 3 0,2-3 0,1-8 0,-1-8 0,1-7 0,0-3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10:05:44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1 24575,'-10'0'0,"-4"0"0,-4 0 0,-1 0 0,0 0 0,3 0 0,4 1 0,6 2 0,3 2 0,2 3 0,1 0 0,-2 3 0,-3 2 0,-3 3 0,-2 2 0,1 2 0,1 1 0,-2 1 0,-1 4 0,-1 1 0,2 2 0,2-4 0,3-2 0,3-3 0,2-2 0,0 0 0,0-3 0,0 0 0,0-2 0,1-2 0,2-3 0,2-3 0,3-2 0,2 0 0,-1-2 0,0 1 0,-1 1 0,0 1 0,2 0 0,2 1 0,4 0 0,-1 0 0,-2-2 0,-1-1 0,-2 0 0,-3-3 0,-2-4 0,-4-3 0,-1-2 0,0-1 0,0 1 0,-4 1 0,-6 0 0,-7 0 0,-5-1 0,0 0 0,3 2 0,1 1 0,6 0 0,2 0 0,4-1 0,3-1 0,1 2 0,0 0 0,0 3 0,-2 1 0,1 1 0,2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B2F38-1ED5-4244-B688-1F27C5C01D9D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5EBBE-B1F3-854A-A13B-B4DE1AE42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8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4D74-91B7-4ED2-90D8-039BB9F399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2803936"/>
            <a:ext cx="6858000" cy="1006475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rgbClr val="76707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B6E74B-2567-4547-8F9A-A51256A56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362994"/>
            <a:ext cx="6858000" cy="894806"/>
          </a:xfrm>
        </p:spPr>
        <p:txBody>
          <a:bodyPr/>
          <a:lstStyle>
            <a:lvl1pPr marL="0" indent="0" algn="ctr">
              <a:buNone/>
              <a:defRPr sz="1800">
                <a:solidFill>
                  <a:srgbClr val="76707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5BE87-13EA-43FB-8A89-71EBBCD86C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3000" y="6356351"/>
            <a:ext cx="1543050" cy="365125"/>
          </a:xfrm>
        </p:spPr>
        <p:txBody>
          <a:bodyPr/>
          <a:lstStyle/>
          <a:p>
            <a:fld id="{DCE4F837-AC21-4369-8DB6-326C4D38F5E1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BAF46-0918-40C7-9097-9D6FD43DA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2314575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F6EA0-5C19-4B8A-B0A9-8562E08C7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1543050" cy="365125"/>
          </a:xfrm>
        </p:spPr>
        <p:txBody>
          <a:bodyPr/>
          <a:lstStyle/>
          <a:p>
            <a:fld id="{D3FD29A9-DB8E-47E7-969D-D7DD598500D4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48D926-F8CF-497F-8214-367F8A5721C3}"/>
              </a:ext>
            </a:extLst>
          </p:cNvPr>
          <p:cNvSpPr/>
          <p:nvPr userDrawn="1"/>
        </p:nvSpPr>
        <p:spPr>
          <a:xfrm>
            <a:off x="6669180" y="1"/>
            <a:ext cx="2474821" cy="18810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</p:spTree>
    <p:extLst>
      <p:ext uri="{BB962C8B-B14F-4D97-AF65-F5344CB8AC3E}">
        <p14:creationId xmlns:p14="http://schemas.microsoft.com/office/powerpoint/2010/main" val="184104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B5E29-F17A-4313-B449-823A0879D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592" y="365126"/>
            <a:ext cx="5466358" cy="1325563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F2DA4-BDAA-478F-B394-CAC85BDDF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592" y="1825625"/>
            <a:ext cx="7523758" cy="4351338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1DAC8-6C46-47D3-8120-324EC7FBAC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1591" y="6356351"/>
            <a:ext cx="1694459" cy="365125"/>
          </a:xfrm>
        </p:spPr>
        <p:txBody>
          <a:bodyPr/>
          <a:lstStyle/>
          <a:p>
            <a:fld id="{DCE4F837-AC21-4369-8DB6-326C4D38F5E1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33409-CF96-400B-8D0F-D2B83BCA0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0CB5E-C6E9-42E9-800C-24EC2C0BA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29A9-DB8E-47E7-969D-D7DD598500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3336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D834-2655-4D23-9345-C725C75A7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1709739"/>
            <a:ext cx="7481889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708DD-54B0-4874-BF9E-9B04FB7AC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699" y="4589464"/>
            <a:ext cx="7481889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F69B8-6BB8-4B5F-A926-003A6D3F3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F837-AC21-4369-8DB6-326C4D38F5E1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D281F-74F7-4BCB-9345-35E49909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8F43B-5E9B-4DF1-BAAA-BCA85A747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29A9-DB8E-47E7-969D-D7DD598500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52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F9B8C-89E8-4C57-B2CB-61FC8013E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08CC5-0A5D-427A-85BC-CD5CAB29C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698" y="1825625"/>
            <a:ext cx="3830684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CF96EB-A258-49FB-B621-CD6256994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9198" y="1825625"/>
            <a:ext cx="348615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CF089-9506-46E5-A816-5C67D8311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F837-AC21-4369-8DB6-326C4D38F5E1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658A0-29A1-42DA-9632-3BDECE8A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9489B-08CD-42AC-8C28-756104719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29A9-DB8E-47E7-969D-D7DD598500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672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9C287-4951-4BD2-9782-E0D248483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365126"/>
            <a:ext cx="5535387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39FC7-D1E9-426C-A95B-43DFCF550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699" y="1681163"/>
            <a:ext cx="3469483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DA3116-C957-4EFC-B988-DBAF14AB3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8699" y="2505075"/>
            <a:ext cx="3469483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B3F700-A51B-44CC-9BD3-8C0731813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C0106A-7EF6-45AC-AEDA-04BE178F2F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C1180B-C944-47E5-9FFF-ED83512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F837-AC21-4369-8DB6-326C4D38F5E1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1FC42-873A-4C1C-8AA0-46D99AA1C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22E884-1681-4C21-AE25-CEEFB5F0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29A9-DB8E-47E7-969D-D7DD598500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3323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406AA-4DE7-4531-9D62-DDCD3A997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3224F1-7C74-4541-BB43-FF4D85F8D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F837-AC21-4369-8DB6-326C4D38F5E1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372EB-4487-439D-A3BE-EFAAEC60C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FDC9F-E532-4882-93C6-1ECE92AFE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29A9-DB8E-47E7-969D-D7DD598500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342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AD8C6-21F2-4160-A3A8-9743E249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F837-AC21-4369-8DB6-326C4D38F5E1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558047-8D0F-4D25-9BDD-D2A4A7566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857A0-C24C-411C-A4BC-A886B9177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29A9-DB8E-47E7-969D-D7DD598500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87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A529D-D2A6-4C5F-B4AD-38EFE9E31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457200"/>
            <a:ext cx="2550320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1D493-E637-4E69-B783-D53DC541D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1841864"/>
            <a:ext cx="4629150" cy="401918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E4DB6-F061-426E-895B-BBA48AA15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8699" y="2057400"/>
            <a:ext cx="2550320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10AFD-EA62-4B70-B9FB-8C26F1C65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F837-AC21-4369-8DB6-326C4D38F5E1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240070-C900-4B2B-9D24-3D906867D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31CA2-34EC-4488-B062-269359A6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29A9-DB8E-47E7-969D-D7DD598500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972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0423B-C603-448B-B685-8406C0D66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457200"/>
            <a:ext cx="2550320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FDDCCE-800F-4760-AD80-4691E7DC3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1920240"/>
            <a:ext cx="4629150" cy="394081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4B392-04A9-4273-B816-1EF7FD46B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8699" y="2057400"/>
            <a:ext cx="2550320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5D875-7C54-4157-BE7B-6F23A317E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F837-AC21-4369-8DB6-326C4D38F5E1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F8DA2-E1A2-4830-A5BA-9AE0DA59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EEC92-5E82-4ABF-A6B0-4D892728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29A9-DB8E-47E7-969D-D7DD598500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3845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3DFC-7B91-4465-8B34-3544714B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D34A0-1F0A-407B-B02A-CC6BC8C71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72816-0B19-45A9-968A-B08B04EC2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F837-AC21-4369-8DB6-326C4D38F5E1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0954B-8789-4B65-AB05-496B14963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F73E92-0297-48EF-A0B9-F6260F340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29A9-DB8E-47E7-969D-D7DD598500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231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5F3CE-9947-4B3C-A5EB-5E79CD6CB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090057"/>
            <a:ext cx="1971675" cy="408690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7FE23-C9D2-4A3A-B064-DCBE5A04A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698" y="365125"/>
            <a:ext cx="5400677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735C3-7926-4C39-BDE3-8548A81F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4F837-AC21-4369-8DB6-326C4D38F5E1}" type="datetimeFigureOut">
              <a:rPr lang="en-GB" smtClean="0"/>
              <a:t>02/10/2025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26F4E-3A28-411D-AB77-6686D4C2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44118-64AC-4EAF-AAFD-6FE71F16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D29A9-DB8E-47E7-969D-D7DD598500D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470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468313" y="547690"/>
            <a:ext cx="8496301" cy="1081088"/>
          </a:xfrm>
          <a:prstGeom prst="rect">
            <a:avLst/>
          </a:prstGeom>
        </p:spPr>
        <p:txBody>
          <a:bodyPr/>
          <a:lstStyle>
            <a:lvl1pPr>
              <a:defRPr sz="27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68313" y="1700215"/>
            <a:ext cx="4038601" cy="410527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82686" y="6586220"/>
            <a:ext cx="155576" cy="1651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551833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EAEBA-C4B7-4471-BBDE-634840C1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365126"/>
            <a:ext cx="55202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F881C-583B-44F4-8A92-CCC2374B1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1825625"/>
            <a:ext cx="74866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738D2-4C48-4F55-B73C-F2F9146D1B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8698" y="6356351"/>
            <a:ext cx="16573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4F837-AC21-4369-8DB6-326C4D38F5E1}" type="datetimeFigureOut">
              <a:rPr lang="en-GB" smtClean="0"/>
              <a:t>02/10/2025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49F65-82E6-470C-9A2E-030078B8E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DCDE7-74CF-4BF7-9E20-0D8C00C09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D29A9-DB8E-47E7-969D-D7DD598500D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C847C8-200C-404C-BCA7-14D42407E0DB}"/>
              </a:ext>
            </a:extLst>
          </p:cNvPr>
          <p:cNvSpPr/>
          <p:nvPr userDrawn="1"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0BBB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pic>
        <p:nvPicPr>
          <p:cNvPr id="7" name="Object 3" descr="Object 3">
            <a:extLst>
              <a:ext uri="{FF2B5EF4-FFF2-40B4-BE49-F238E27FC236}">
                <a16:creationId xmlns:a16="http://schemas.microsoft.com/office/drawing/2014/main" id="{ECA0BEE1-5238-4AD1-4FE5-3F8D82507AE0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" y="6125312"/>
            <a:ext cx="1162878" cy="73268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7303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rgbClr val="767070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rgbClr val="767070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767070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rgbClr val="767070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767070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767070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4.xml"/><Relationship Id="rId10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customXml" Target="../ink/ink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36.svg"/><Relationship Id="rId18" Type="http://schemas.openxmlformats.org/officeDocument/2006/relationships/image" Target="../media/image41.png"/><Relationship Id="rId3" Type="http://schemas.openxmlformats.org/officeDocument/2006/relationships/image" Target="../media/image27.svg"/><Relationship Id="rId21" Type="http://schemas.openxmlformats.org/officeDocument/2006/relationships/image" Target="../media/image44.svg"/><Relationship Id="rId7" Type="http://schemas.openxmlformats.org/officeDocument/2006/relationships/image" Target="../media/image31.svg"/><Relationship Id="rId12" Type="http://schemas.openxmlformats.org/officeDocument/2006/relationships/image" Target="../media/image35.png"/><Relationship Id="rId17" Type="http://schemas.openxmlformats.org/officeDocument/2006/relationships/image" Target="../media/image40.svg"/><Relationship Id="rId2" Type="http://schemas.openxmlformats.org/officeDocument/2006/relationships/image" Target="../media/image26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34.svg"/><Relationship Id="rId5" Type="http://schemas.openxmlformats.org/officeDocument/2006/relationships/image" Target="../media/image29.svg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19" Type="http://schemas.openxmlformats.org/officeDocument/2006/relationships/image" Target="../media/image42.svg"/><Relationship Id="rId4" Type="http://schemas.openxmlformats.org/officeDocument/2006/relationships/image" Target="../media/image28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36.svg"/><Relationship Id="rId18" Type="http://schemas.openxmlformats.org/officeDocument/2006/relationships/image" Target="../media/image41.png"/><Relationship Id="rId3" Type="http://schemas.openxmlformats.org/officeDocument/2006/relationships/image" Target="../media/image27.svg"/><Relationship Id="rId21" Type="http://schemas.openxmlformats.org/officeDocument/2006/relationships/image" Target="../media/image44.svg"/><Relationship Id="rId7" Type="http://schemas.openxmlformats.org/officeDocument/2006/relationships/image" Target="../media/image31.svg"/><Relationship Id="rId12" Type="http://schemas.openxmlformats.org/officeDocument/2006/relationships/image" Target="../media/image35.png"/><Relationship Id="rId17" Type="http://schemas.openxmlformats.org/officeDocument/2006/relationships/image" Target="../media/image40.svg"/><Relationship Id="rId2" Type="http://schemas.openxmlformats.org/officeDocument/2006/relationships/image" Target="../media/image26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34.svg"/><Relationship Id="rId5" Type="http://schemas.openxmlformats.org/officeDocument/2006/relationships/image" Target="../media/image29.svg"/><Relationship Id="rId15" Type="http://schemas.openxmlformats.org/officeDocument/2006/relationships/image" Target="../media/image38.svg"/><Relationship Id="rId10" Type="http://schemas.openxmlformats.org/officeDocument/2006/relationships/image" Target="../media/image33.png"/><Relationship Id="rId19" Type="http://schemas.openxmlformats.org/officeDocument/2006/relationships/image" Target="../media/image42.svg"/><Relationship Id="rId4" Type="http://schemas.openxmlformats.org/officeDocument/2006/relationships/image" Target="../media/image28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customXml" Target="../ink/ink14.xml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12" Type="http://schemas.openxmlformats.org/officeDocument/2006/relationships/image" Target="../media/image4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13.xml"/><Relationship Id="rId5" Type="http://schemas.openxmlformats.org/officeDocument/2006/relationships/customXml" Target="../ink/ink10.xml"/><Relationship Id="rId10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customXml" Target="../ink/ink12.xml"/><Relationship Id="rId1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29.svg"/><Relationship Id="rId18" Type="http://schemas.openxmlformats.org/officeDocument/2006/relationships/image" Target="../media/image59.png"/><Relationship Id="rId3" Type="http://schemas.openxmlformats.org/officeDocument/2006/relationships/image" Target="../media/image27.svg"/><Relationship Id="rId21" Type="http://schemas.openxmlformats.org/officeDocument/2006/relationships/image" Target="../media/image62.svg"/><Relationship Id="rId7" Type="http://schemas.openxmlformats.org/officeDocument/2006/relationships/image" Target="../media/image50.svg"/><Relationship Id="rId12" Type="http://schemas.openxmlformats.org/officeDocument/2006/relationships/image" Target="../media/image28.png"/><Relationship Id="rId17" Type="http://schemas.openxmlformats.org/officeDocument/2006/relationships/image" Target="../media/image58.svg"/><Relationship Id="rId25" Type="http://schemas.openxmlformats.org/officeDocument/2006/relationships/image" Target="../media/image64.svg"/><Relationship Id="rId2" Type="http://schemas.openxmlformats.org/officeDocument/2006/relationships/image" Target="../media/image26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11" Type="http://schemas.openxmlformats.org/officeDocument/2006/relationships/image" Target="../media/image54.svg"/><Relationship Id="rId24" Type="http://schemas.openxmlformats.org/officeDocument/2006/relationships/image" Target="../media/image63.png"/><Relationship Id="rId5" Type="http://schemas.openxmlformats.org/officeDocument/2006/relationships/image" Target="../media/image48.svg"/><Relationship Id="rId15" Type="http://schemas.openxmlformats.org/officeDocument/2006/relationships/image" Target="../media/image56.svg"/><Relationship Id="rId23" Type="http://schemas.openxmlformats.org/officeDocument/2006/relationships/image" Target="../media/image31.svg"/><Relationship Id="rId10" Type="http://schemas.openxmlformats.org/officeDocument/2006/relationships/image" Target="../media/image53.png"/><Relationship Id="rId19" Type="http://schemas.openxmlformats.org/officeDocument/2006/relationships/image" Target="../media/image60.svg"/><Relationship Id="rId4" Type="http://schemas.openxmlformats.org/officeDocument/2006/relationships/image" Target="../media/image47.png"/><Relationship Id="rId9" Type="http://schemas.openxmlformats.org/officeDocument/2006/relationships/image" Target="../media/image52.svg"/><Relationship Id="rId14" Type="http://schemas.openxmlformats.org/officeDocument/2006/relationships/image" Target="../media/image55.png"/><Relationship Id="rId22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29.svg"/><Relationship Id="rId18" Type="http://schemas.openxmlformats.org/officeDocument/2006/relationships/image" Target="../media/image59.png"/><Relationship Id="rId3" Type="http://schemas.openxmlformats.org/officeDocument/2006/relationships/image" Target="../media/image27.svg"/><Relationship Id="rId21" Type="http://schemas.openxmlformats.org/officeDocument/2006/relationships/image" Target="../media/image62.svg"/><Relationship Id="rId7" Type="http://schemas.openxmlformats.org/officeDocument/2006/relationships/image" Target="../media/image50.svg"/><Relationship Id="rId12" Type="http://schemas.openxmlformats.org/officeDocument/2006/relationships/image" Target="../media/image28.png"/><Relationship Id="rId17" Type="http://schemas.openxmlformats.org/officeDocument/2006/relationships/image" Target="../media/image58.svg"/><Relationship Id="rId25" Type="http://schemas.openxmlformats.org/officeDocument/2006/relationships/image" Target="../media/image64.svg"/><Relationship Id="rId2" Type="http://schemas.openxmlformats.org/officeDocument/2006/relationships/image" Target="../media/image26.png"/><Relationship Id="rId16" Type="http://schemas.openxmlformats.org/officeDocument/2006/relationships/image" Target="../media/image57.png"/><Relationship Id="rId20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11" Type="http://schemas.openxmlformats.org/officeDocument/2006/relationships/image" Target="../media/image54.svg"/><Relationship Id="rId24" Type="http://schemas.openxmlformats.org/officeDocument/2006/relationships/image" Target="../media/image63.png"/><Relationship Id="rId5" Type="http://schemas.openxmlformats.org/officeDocument/2006/relationships/image" Target="../media/image48.svg"/><Relationship Id="rId15" Type="http://schemas.openxmlformats.org/officeDocument/2006/relationships/image" Target="../media/image56.svg"/><Relationship Id="rId23" Type="http://schemas.openxmlformats.org/officeDocument/2006/relationships/image" Target="../media/image31.svg"/><Relationship Id="rId10" Type="http://schemas.openxmlformats.org/officeDocument/2006/relationships/image" Target="../media/image53.png"/><Relationship Id="rId19" Type="http://schemas.openxmlformats.org/officeDocument/2006/relationships/image" Target="../media/image60.svg"/><Relationship Id="rId4" Type="http://schemas.openxmlformats.org/officeDocument/2006/relationships/image" Target="../media/image47.png"/><Relationship Id="rId9" Type="http://schemas.openxmlformats.org/officeDocument/2006/relationships/image" Target="../media/image52.svg"/><Relationship Id="rId14" Type="http://schemas.openxmlformats.org/officeDocument/2006/relationships/image" Target="../media/image55.png"/><Relationship Id="rId22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21345-93B5-F7E5-BFF5-F3AC1FB4A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592EB-812D-9C97-CF62-405C63A3F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Let’s do a bit of memory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5732A-7D60-6972-A6CC-46FE39325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Name the Objects</a:t>
            </a:r>
          </a:p>
        </p:txBody>
      </p:sp>
    </p:spTree>
    <p:extLst>
      <p:ext uri="{BB962C8B-B14F-4D97-AF65-F5344CB8AC3E}">
        <p14:creationId xmlns:p14="http://schemas.microsoft.com/office/powerpoint/2010/main" val="334267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Add with solid fill">
            <a:extLst>
              <a:ext uri="{FF2B5EF4-FFF2-40B4-BE49-F238E27FC236}">
                <a16:creationId xmlns:a16="http://schemas.microsoft.com/office/drawing/2014/main" id="{29553F3D-87C7-F7C3-FC23-CB47D54F1F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2450" y="1523144"/>
            <a:ext cx="914400" cy="914400"/>
          </a:xfrm>
          <a:prstGeom prst="rect">
            <a:avLst/>
          </a:prstGeom>
        </p:spPr>
      </p:pic>
      <p:pic>
        <p:nvPicPr>
          <p:cNvPr id="9" name="Graphic 8" descr="Aeroplane with solid fill">
            <a:extLst>
              <a:ext uri="{FF2B5EF4-FFF2-40B4-BE49-F238E27FC236}">
                <a16:creationId xmlns:a16="http://schemas.microsoft.com/office/drawing/2014/main" id="{EF91D18D-BCE3-B35B-BD22-ADE0275DB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5114" y="1858078"/>
            <a:ext cx="914400" cy="914400"/>
          </a:xfrm>
          <a:prstGeom prst="rect">
            <a:avLst/>
          </a:prstGeom>
        </p:spPr>
      </p:pic>
      <p:pic>
        <p:nvPicPr>
          <p:cNvPr id="13" name="Graphic 12" descr="Alarm clock outline">
            <a:extLst>
              <a:ext uri="{FF2B5EF4-FFF2-40B4-BE49-F238E27FC236}">
                <a16:creationId xmlns:a16="http://schemas.microsoft.com/office/drawing/2014/main" id="{CD9976CC-27D8-2E73-9F81-F9F71AA10A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9304" y="4535521"/>
            <a:ext cx="914400" cy="9144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E26CD24D-1492-8075-4B44-1BCFD45B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23" y="197581"/>
            <a:ext cx="7289379" cy="69627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Name the Objects</a:t>
            </a:r>
          </a:p>
        </p:txBody>
      </p:sp>
    </p:spTree>
    <p:extLst>
      <p:ext uri="{BB962C8B-B14F-4D97-AF65-F5344CB8AC3E}">
        <p14:creationId xmlns:p14="http://schemas.microsoft.com/office/powerpoint/2010/main" val="299652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DA83C-5074-27CE-66B6-7F15A4260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Add with solid fill">
            <a:extLst>
              <a:ext uri="{FF2B5EF4-FFF2-40B4-BE49-F238E27FC236}">
                <a16:creationId xmlns:a16="http://schemas.microsoft.com/office/drawing/2014/main" id="{EFAA369E-C5B2-67BD-6D85-B83ED3E3FF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2450" y="1523144"/>
            <a:ext cx="914400" cy="914400"/>
          </a:xfrm>
          <a:prstGeom prst="rect">
            <a:avLst/>
          </a:prstGeom>
        </p:spPr>
      </p:pic>
      <p:pic>
        <p:nvPicPr>
          <p:cNvPr id="9" name="Graphic 8" descr="Aeroplane with solid fill">
            <a:extLst>
              <a:ext uri="{FF2B5EF4-FFF2-40B4-BE49-F238E27FC236}">
                <a16:creationId xmlns:a16="http://schemas.microsoft.com/office/drawing/2014/main" id="{0A1A6B4C-188C-E6F7-1488-3BE8395AB3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5114" y="1858078"/>
            <a:ext cx="914400" cy="914400"/>
          </a:xfrm>
          <a:prstGeom prst="rect">
            <a:avLst/>
          </a:prstGeom>
        </p:spPr>
      </p:pic>
      <p:pic>
        <p:nvPicPr>
          <p:cNvPr id="13" name="Graphic 12" descr="Alarm clock outline">
            <a:extLst>
              <a:ext uri="{FF2B5EF4-FFF2-40B4-BE49-F238E27FC236}">
                <a16:creationId xmlns:a16="http://schemas.microsoft.com/office/drawing/2014/main" id="{E10F9C8E-F851-4F63-918A-216FCBDA69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59304" y="4535521"/>
            <a:ext cx="914400" cy="914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040C43-CC77-7983-110C-3E9A9AE31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23" y="197581"/>
            <a:ext cx="7289379" cy="69627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Name the Objects</a:t>
            </a:r>
          </a:p>
        </p:txBody>
      </p:sp>
    </p:spTree>
    <p:extLst>
      <p:ext uri="{BB962C8B-B14F-4D97-AF65-F5344CB8AC3E}">
        <p14:creationId xmlns:p14="http://schemas.microsoft.com/office/powerpoint/2010/main" val="995596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57D78-2D77-47C3-637B-11CD0FE64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82A6-CEF9-CCF6-EFA1-81AAEF962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Graph</a:t>
            </a:r>
          </a:p>
        </p:txBody>
      </p:sp>
      <p:pic>
        <p:nvPicPr>
          <p:cNvPr id="5" name="Content Placeholder 4" descr="A square with a dotted line&#10;&#10;Description automatically generated">
            <a:extLst>
              <a:ext uri="{FF2B5EF4-FFF2-40B4-BE49-F238E27FC236}">
                <a16:creationId xmlns:a16="http://schemas.microsoft.com/office/drawing/2014/main" id="{551CD2BA-681A-CE54-DC05-EF57ABFF7D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769" y="2172494"/>
            <a:ext cx="4572000" cy="36576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857EBBC-C30F-E178-21B1-7E97EDAF5570}"/>
                  </a:ext>
                </a:extLst>
              </p14:cNvPr>
              <p14:cNvContentPartPr/>
              <p14:nvPr/>
            </p14:nvContentPartPr>
            <p14:xfrm>
              <a:off x="3921699" y="5239299"/>
              <a:ext cx="6120" cy="233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857EBBC-C30F-E178-21B1-7E97EDAF55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5579" y="5233179"/>
                <a:ext cx="183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6088EF-832F-DFBA-8638-ABD92684C3FC}"/>
                  </a:ext>
                </a:extLst>
              </p14:cNvPr>
              <p14:cNvContentPartPr/>
              <p14:nvPr/>
            </p14:nvContentPartPr>
            <p14:xfrm>
              <a:off x="3862299" y="5537379"/>
              <a:ext cx="145800" cy="204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6088EF-832F-DFBA-8638-ABD92684C3F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56179" y="5531259"/>
                <a:ext cx="158040" cy="21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3000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FF446-C80F-7EDF-750A-0DEAFD705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lterations &amp; Tailoring with solid fill">
            <a:extLst>
              <a:ext uri="{FF2B5EF4-FFF2-40B4-BE49-F238E27FC236}">
                <a16:creationId xmlns:a16="http://schemas.microsoft.com/office/drawing/2014/main" id="{600D4281-BEED-9D26-44EF-B0F983F6B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2319" y="2098497"/>
            <a:ext cx="914400" cy="914400"/>
          </a:xfrm>
          <a:prstGeom prst="rect">
            <a:avLst/>
          </a:prstGeom>
        </p:spPr>
      </p:pic>
      <p:pic>
        <p:nvPicPr>
          <p:cNvPr id="6" name="Graphic 5" descr="Alterations &amp; Tailoring outline">
            <a:extLst>
              <a:ext uri="{FF2B5EF4-FFF2-40B4-BE49-F238E27FC236}">
                <a16:creationId xmlns:a16="http://schemas.microsoft.com/office/drawing/2014/main" id="{E6507CA1-3DFE-250C-105C-F4452387C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0113" y="1064906"/>
            <a:ext cx="914400" cy="914400"/>
          </a:xfrm>
          <a:prstGeom prst="rect">
            <a:avLst/>
          </a:prstGeom>
        </p:spPr>
      </p:pic>
      <p:pic>
        <p:nvPicPr>
          <p:cNvPr id="8" name="Graphic 7" descr="Anemone and clownfish outline">
            <a:extLst>
              <a:ext uri="{FF2B5EF4-FFF2-40B4-BE49-F238E27FC236}">
                <a16:creationId xmlns:a16="http://schemas.microsoft.com/office/drawing/2014/main" id="{5FD8FC8F-A8CB-45FC-5CF6-12BF1281F8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45929" y="3429000"/>
            <a:ext cx="914400" cy="914400"/>
          </a:xfrm>
          <a:prstGeom prst="rect">
            <a:avLst/>
          </a:prstGeom>
        </p:spPr>
      </p:pic>
      <p:pic>
        <p:nvPicPr>
          <p:cNvPr id="11" name="Graphic 10" descr="Bonsai outline">
            <a:extLst>
              <a:ext uri="{FF2B5EF4-FFF2-40B4-BE49-F238E27FC236}">
                <a16:creationId xmlns:a16="http://schemas.microsoft.com/office/drawing/2014/main" id="{82A2EF26-C19C-5C7D-D375-1F4AD377CE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2000" y="4757441"/>
            <a:ext cx="914400" cy="914400"/>
          </a:xfrm>
          <a:prstGeom prst="rect">
            <a:avLst/>
          </a:prstGeom>
        </p:spPr>
      </p:pic>
      <p:pic>
        <p:nvPicPr>
          <p:cNvPr id="14" name="Graphic 13" descr="Books outline">
            <a:extLst>
              <a:ext uri="{FF2B5EF4-FFF2-40B4-BE49-F238E27FC236}">
                <a16:creationId xmlns:a16="http://schemas.microsoft.com/office/drawing/2014/main" id="{FEF6F3A3-6FF7-9485-E138-B5311C8F72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6890" y="1064906"/>
            <a:ext cx="914400" cy="914400"/>
          </a:xfrm>
          <a:prstGeom prst="rect">
            <a:avLst/>
          </a:prstGeom>
        </p:spPr>
      </p:pic>
      <p:pic>
        <p:nvPicPr>
          <p:cNvPr id="16" name="Graphic 15" descr="Bull outline">
            <a:extLst>
              <a:ext uri="{FF2B5EF4-FFF2-40B4-BE49-F238E27FC236}">
                <a16:creationId xmlns:a16="http://schemas.microsoft.com/office/drawing/2014/main" id="{DF4F920B-A034-39A0-A409-99AA3F96CAA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01824" y="3680704"/>
            <a:ext cx="914400" cy="9144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BC932AAB-43A7-992C-4FFC-E1337250C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23" y="197581"/>
            <a:ext cx="7289379" cy="69627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Name the Objects</a:t>
            </a:r>
          </a:p>
        </p:txBody>
      </p:sp>
    </p:spTree>
    <p:extLst>
      <p:ext uri="{BB962C8B-B14F-4D97-AF65-F5344CB8AC3E}">
        <p14:creationId xmlns:p14="http://schemas.microsoft.com/office/powerpoint/2010/main" val="123482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5494-56EA-B8E2-807E-1E08EDB6E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Alterations &amp; Tailoring with solid fill">
            <a:extLst>
              <a:ext uri="{FF2B5EF4-FFF2-40B4-BE49-F238E27FC236}">
                <a16:creationId xmlns:a16="http://schemas.microsoft.com/office/drawing/2014/main" id="{E11A644B-2C77-C257-F750-27A62FB0E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2319" y="2098497"/>
            <a:ext cx="914400" cy="914400"/>
          </a:xfrm>
          <a:prstGeom prst="rect">
            <a:avLst/>
          </a:prstGeom>
        </p:spPr>
      </p:pic>
      <p:pic>
        <p:nvPicPr>
          <p:cNvPr id="6" name="Graphic 5" descr="Alterations &amp; Tailoring outline">
            <a:extLst>
              <a:ext uri="{FF2B5EF4-FFF2-40B4-BE49-F238E27FC236}">
                <a16:creationId xmlns:a16="http://schemas.microsoft.com/office/drawing/2014/main" id="{8F8E6BD3-0EF9-FEE9-C5D6-4CF40C5A5E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0113" y="1064906"/>
            <a:ext cx="914400" cy="914400"/>
          </a:xfrm>
          <a:prstGeom prst="rect">
            <a:avLst/>
          </a:prstGeom>
        </p:spPr>
      </p:pic>
      <p:pic>
        <p:nvPicPr>
          <p:cNvPr id="8" name="Graphic 7" descr="Anemone and clownfish outline">
            <a:extLst>
              <a:ext uri="{FF2B5EF4-FFF2-40B4-BE49-F238E27FC236}">
                <a16:creationId xmlns:a16="http://schemas.microsoft.com/office/drawing/2014/main" id="{537DDA58-79D4-DC22-A3F1-56D5BD2DE1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45929" y="3429000"/>
            <a:ext cx="914400" cy="914400"/>
          </a:xfrm>
          <a:prstGeom prst="rect">
            <a:avLst/>
          </a:prstGeom>
        </p:spPr>
      </p:pic>
      <p:pic>
        <p:nvPicPr>
          <p:cNvPr id="11" name="Graphic 10" descr="Bonsai outline">
            <a:extLst>
              <a:ext uri="{FF2B5EF4-FFF2-40B4-BE49-F238E27FC236}">
                <a16:creationId xmlns:a16="http://schemas.microsoft.com/office/drawing/2014/main" id="{516948C9-FBF9-56EB-A270-C8C291A141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72000" y="4757441"/>
            <a:ext cx="914400" cy="914400"/>
          </a:xfrm>
          <a:prstGeom prst="rect">
            <a:avLst/>
          </a:prstGeom>
        </p:spPr>
      </p:pic>
      <p:pic>
        <p:nvPicPr>
          <p:cNvPr id="14" name="Graphic 13" descr="Books outline">
            <a:extLst>
              <a:ext uri="{FF2B5EF4-FFF2-40B4-BE49-F238E27FC236}">
                <a16:creationId xmlns:a16="http://schemas.microsoft.com/office/drawing/2014/main" id="{A1565890-E874-3A08-2ECE-E0A5A19EE06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6890" y="1064906"/>
            <a:ext cx="914400" cy="914400"/>
          </a:xfrm>
          <a:prstGeom prst="rect">
            <a:avLst/>
          </a:prstGeom>
        </p:spPr>
      </p:pic>
      <p:pic>
        <p:nvPicPr>
          <p:cNvPr id="16" name="Graphic 15" descr="Bull outline">
            <a:extLst>
              <a:ext uri="{FF2B5EF4-FFF2-40B4-BE49-F238E27FC236}">
                <a16:creationId xmlns:a16="http://schemas.microsoft.com/office/drawing/2014/main" id="{89101471-FBF9-8587-7D13-68BECD35B1C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01824" y="3680704"/>
            <a:ext cx="914400" cy="914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BA9636C-875D-5907-12C7-EF95E88D3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23" y="197581"/>
            <a:ext cx="7289379" cy="69627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Name the Objects</a:t>
            </a:r>
          </a:p>
        </p:txBody>
      </p:sp>
    </p:spTree>
    <p:extLst>
      <p:ext uri="{BB962C8B-B14F-4D97-AF65-F5344CB8AC3E}">
        <p14:creationId xmlns:p14="http://schemas.microsoft.com/office/powerpoint/2010/main" val="1046882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50D09-B436-FCD6-2960-6B7496F8C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38F17-3C0A-D6FF-99F9-3C94291F9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Graph</a:t>
            </a:r>
          </a:p>
        </p:txBody>
      </p:sp>
      <p:pic>
        <p:nvPicPr>
          <p:cNvPr id="5" name="Content Placeholder 4" descr="A square with a dotted line&#10;&#10;Description automatically generated">
            <a:extLst>
              <a:ext uri="{FF2B5EF4-FFF2-40B4-BE49-F238E27FC236}">
                <a16:creationId xmlns:a16="http://schemas.microsoft.com/office/drawing/2014/main" id="{604BDA6E-33CC-374D-1CB0-443DB35C0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769" y="2172494"/>
            <a:ext cx="4572000" cy="36576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5093F6-50A4-30C0-C3ED-1725E0BF8BDA}"/>
                  </a:ext>
                </a:extLst>
              </p14:cNvPr>
              <p14:cNvContentPartPr/>
              <p14:nvPr/>
            </p14:nvContentPartPr>
            <p14:xfrm>
              <a:off x="3921699" y="5239299"/>
              <a:ext cx="6120" cy="233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5093F6-50A4-30C0-C3ED-1725E0BF8B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5579" y="5233179"/>
                <a:ext cx="183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96FB8A-AE88-7DB7-C0FD-B7F0123B9FDF}"/>
                  </a:ext>
                </a:extLst>
              </p14:cNvPr>
              <p14:cNvContentPartPr/>
              <p14:nvPr/>
            </p14:nvContentPartPr>
            <p14:xfrm>
              <a:off x="3862299" y="5537379"/>
              <a:ext cx="145800" cy="204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96FB8A-AE88-7DB7-C0FD-B7F0123B9F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56179" y="5531259"/>
                <a:ext cx="1580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5BB6318-CE9A-B45B-71C5-0EA41C2FB9B6}"/>
                  </a:ext>
                </a:extLst>
              </p14:cNvPr>
              <p14:cNvContentPartPr/>
              <p14:nvPr/>
            </p14:nvContentPartPr>
            <p14:xfrm>
              <a:off x="4589859" y="5254419"/>
              <a:ext cx="2880" cy="173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5BB6318-CE9A-B45B-71C5-0EA41C2FB9B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83739" y="5248299"/>
                <a:ext cx="151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D676BA7-94F0-5646-D614-C3E8D73D92DD}"/>
                  </a:ext>
                </a:extLst>
              </p14:cNvPr>
              <p14:cNvContentPartPr/>
              <p14:nvPr/>
            </p14:nvContentPartPr>
            <p14:xfrm>
              <a:off x="4531539" y="5665179"/>
              <a:ext cx="102960" cy="176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D676BA7-94F0-5646-D614-C3E8D73D92D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25419" y="5659059"/>
                <a:ext cx="115200" cy="18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413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9EA3B-F7F1-FC3E-4A51-594B7FA1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Acorn with solid fill">
            <a:extLst>
              <a:ext uri="{FF2B5EF4-FFF2-40B4-BE49-F238E27FC236}">
                <a16:creationId xmlns:a16="http://schemas.microsoft.com/office/drawing/2014/main" id="{FC6B3566-000F-C01D-B60A-FAC728CE7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8939" y="5479496"/>
            <a:ext cx="914400" cy="914400"/>
          </a:xfrm>
          <a:prstGeom prst="rect">
            <a:avLst/>
          </a:prstGeom>
        </p:spPr>
      </p:pic>
      <p:pic>
        <p:nvPicPr>
          <p:cNvPr id="19" name="Graphic 18" descr="Aeroplane outline">
            <a:extLst>
              <a:ext uri="{FF2B5EF4-FFF2-40B4-BE49-F238E27FC236}">
                <a16:creationId xmlns:a16="http://schemas.microsoft.com/office/drawing/2014/main" id="{AC849277-A838-525E-16BA-CC3726B193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9157" y="1130643"/>
            <a:ext cx="914400" cy="914400"/>
          </a:xfrm>
          <a:prstGeom prst="rect">
            <a:avLst/>
          </a:prstGeom>
        </p:spPr>
      </p:pic>
      <p:pic>
        <p:nvPicPr>
          <p:cNvPr id="29" name="Graphic 28" descr="Binoculars outline">
            <a:extLst>
              <a:ext uri="{FF2B5EF4-FFF2-40B4-BE49-F238E27FC236}">
                <a16:creationId xmlns:a16="http://schemas.microsoft.com/office/drawing/2014/main" id="{43079F6E-D228-F777-3FAC-1EFEBD832A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74340" y="2857452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0842318-F527-578F-B24E-0F1247077730}"/>
                  </a:ext>
                </a:extLst>
              </p14:cNvPr>
              <p14:cNvContentPartPr/>
              <p14:nvPr/>
            </p14:nvContentPartPr>
            <p14:xfrm>
              <a:off x="2373339" y="2173179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0842318-F527-578F-B24E-0F124707773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67219" y="216705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Graphic 6" descr="Adhesive Bandage outline">
            <a:extLst>
              <a:ext uri="{FF2B5EF4-FFF2-40B4-BE49-F238E27FC236}">
                <a16:creationId xmlns:a16="http://schemas.microsoft.com/office/drawing/2014/main" id="{61DD8C9A-2719-584B-5B91-461DD9A7FD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28535" y="2803192"/>
            <a:ext cx="914400" cy="914400"/>
          </a:xfrm>
          <a:prstGeom prst="rect">
            <a:avLst/>
          </a:prstGeom>
        </p:spPr>
      </p:pic>
      <p:pic>
        <p:nvPicPr>
          <p:cNvPr id="11" name="Graphic 10" descr="Architecture with solid fill">
            <a:extLst>
              <a:ext uri="{FF2B5EF4-FFF2-40B4-BE49-F238E27FC236}">
                <a16:creationId xmlns:a16="http://schemas.microsoft.com/office/drawing/2014/main" id="{0E2FC9F7-215E-E611-303B-21E0417FD8F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29941" y="3520991"/>
            <a:ext cx="914400" cy="914400"/>
          </a:xfrm>
          <a:prstGeom prst="rect">
            <a:avLst/>
          </a:prstGeom>
        </p:spPr>
      </p:pic>
      <p:pic>
        <p:nvPicPr>
          <p:cNvPr id="14" name="Graphic 13" descr="Baby crawling with solid fill">
            <a:extLst>
              <a:ext uri="{FF2B5EF4-FFF2-40B4-BE49-F238E27FC236}">
                <a16:creationId xmlns:a16="http://schemas.microsoft.com/office/drawing/2014/main" id="{1EE4DB86-1CF9-A1AF-785E-C3CF290698D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75444" y="1984321"/>
            <a:ext cx="914400" cy="914400"/>
          </a:xfrm>
          <a:prstGeom prst="rect">
            <a:avLst/>
          </a:prstGeom>
        </p:spPr>
      </p:pic>
      <p:pic>
        <p:nvPicPr>
          <p:cNvPr id="18" name="Graphic 17" descr="Banana Peel outline">
            <a:extLst>
              <a:ext uri="{FF2B5EF4-FFF2-40B4-BE49-F238E27FC236}">
                <a16:creationId xmlns:a16="http://schemas.microsoft.com/office/drawing/2014/main" id="{F0C64B07-8B04-BBE7-910F-EF39CBA62E4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72741" y="5157769"/>
            <a:ext cx="914400" cy="914400"/>
          </a:xfrm>
          <a:prstGeom prst="rect">
            <a:avLst/>
          </a:prstGeom>
        </p:spPr>
      </p:pic>
      <p:pic>
        <p:nvPicPr>
          <p:cNvPr id="22" name="Graphic 21" descr="Cycling with solid fill">
            <a:extLst>
              <a:ext uri="{FF2B5EF4-FFF2-40B4-BE49-F238E27FC236}">
                <a16:creationId xmlns:a16="http://schemas.microsoft.com/office/drawing/2014/main" id="{D3FDA9B0-C632-000E-21FB-122BA8B40A9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711500" y="768349"/>
            <a:ext cx="914400" cy="914400"/>
          </a:xfrm>
          <a:prstGeom prst="rect">
            <a:avLst/>
          </a:prstGeom>
        </p:spPr>
      </p:pic>
      <p:pic>
        <p:nvPicPr>
          <p:cNvPr id="26" name="Graphic 25" descr="Bone with solid fill">
            <a:extLst>
              <a:ext uri="{FF2B5EF4-FFF2-40B4-BE49-F238E27FC236}">
                <a16:creationId xmlns:a16="http://schemas.microsoft.com/office/drawing/2014/main" id="{2AA7A438-23C0-4BC0-0CCC-CABBE2180E3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85991" y="48701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41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154D5-DB6F-9BCD-ECA6-EA02C80E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Acorn with solid fill">
            <a:extLst>
              <a:ext uri="{FF2B5EF4-FFF2-40B4-BE49-F238E27FC236}">
                <a16:creationId xmlns:a16="http://schemas.microsoft.com/office/drawing/2014/main" id="{1CF51B14-BA71-337C-D856-21852D488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8939" y="5479496"/>
            <a:ext cx="914400" cy="914400"/>
          </a:xfrm>
          <a:prstGeom prst="rect">
            <a:avLst/>
          </a:prstGeom>
        </p:spPr>
      </p:pic>
      <p:pic>
        <p:nvPicPr>
          <p:cNvPr id="19" name="Graphic 18" descr="Aeroplane outline">
            <a:extLst>
              <a:ext uri="{FF2B5EF4-FFF2-40B4-BE49-F238E27FC236}">
                <a16:creationId xmlns:a16="http://schemas.microsoft.com/office/drawing/2014/main" id="{E3515444-37C1-7521-D73D-F4D6D515AF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9157" y="1130643"/>
            <a:ext cx="914400" cy="914400"/>
          </a:xfrm>
          <a:prstGeom prst="rect">
            <a:avLst/>
          </a:prstGeom>
        </p:spPr>
      </p:pic>
      <p:pic>
        <p:nvPicPr>
          <p:cNvPr id="29" name="Graphic 28" descr="Binoculars outline">
            <a:extLst>
              <a:ext uri="{FF2B5EF4-FFF2-40B4-BE49-F238E27FC236}">
                <a16:creationId xmlns:a16="http://schemas.microsoft.com/office/drawing/2014/main" id="{8673C240-350B-344B-D594-1E628C04F0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74340" y="2857452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B22BFF7-8716-3844-B227-CAC05B30328C}"/>
                  </a:ext>
                </a:extLst>
              </p14:cNvPr>
              <p14:cNvContentPartPr/>
              <p14:nvPr/>
            </p14:nvContentPartPr>
            <p14:xfrm>
              <a:off x="2373339" y="2173179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B22BFF7-8716-3844-B227-CAC05B30328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67219" y="2167059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Graphic 6" descr="Adhesive Bandage outline">
            <a:extLst>
              <a:ext uri="{FF2B5EF4-FFF2-40B4-BE49-F238E27FC236}">
                <a16:creationId xmlns:a16="http://schemas.microsoft.com/office/drawing/2014/main" id="{F685C828-6BF9-1309-5022-076452F1B8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28535" y="2803192"/>
            <a:ext cx="914400" cy="914400"/>
          </a:xfrm>
          <a:prstGeom prst="rect">
            <a:avLst/>
          </a:prstGeom>
        </p:spPr>
      </p:pic>
      <p:pic>
        <p:nvPicPr>
          <p:cNvPr id="11" name="Graphic 10" descr="Architecture with solid fill">
            <a:extLst>
              <a:ext uri="{FF2B5EF4-FFF2-40B4-BE49-F238E27FC236}">
                <a16:creationId xmlns:a16="http://schemas.microsoft.com/office/drawing/2014/main" id="{73919C06-7A45-E7C8-B697-3A45A72A36D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29941" y="3520991"/>
            <a:ext cx="914400" cy="914400"/>
          </a:xfrm>
          <a:prstGeom prst="rect">
            <a:avLst/>
          </a:prstGeom>
        </p:spPr>
      </p:pic>
      <p:pic>
        <p:nvPicPr>
          <p:cNvPr id="14" name="Graphic 13" descr="Baby crawling with solid fill">
            <a:extLst>
              <a:ext uri="{FF2B5EF4-FFF2-40B4-BE49-F238E27FC236}">
                <a16:creationId xmlns:a16="http://schemas.microsoft.com/office/drawing/2014/main" id="{A346A5F8-898A-FF52-E6CF-69CA1FEBC5B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75444" y="1984321"/>
            <a:ext cx="914400" cy="914400"/>
          </a:xfrm>
          <a:prstGeom prst="rect">
            <a:avLst/>
          </a:prstGeom>
        </p:spPr>
      </p:pic>
      <p:pic>
        <p:nvPicPr>
          <p:cNvPr id="18" name="Graphic 17" descr="Banana Peel outline">
            <a:extLst>
              <a:ext uri="{FF2B5EF4-FFF2-40B4-BE49-F238E27FC236}">
                <a16:creationId xmlns:a16="http://schemas.microsoft.com/office/drawing/2014/main" id="{E93B840D-0A5E-F7A8-278A-CF2F8F1EC25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172741" y="5157769"/>
            <a:ext cx="914400" cy="914400"/>
          </a:xfrm>
          <a:prstGeom prst="rect">
            <a:avLst/>
          </a:prstGeom>
        </p:spPr>
      </p:pic>
      <p:pic>
        <p:nvPicPr>
          <p:cNvPr id="22" name="Graphic 21" descr="Cycling with solid fill">
            <a:extLst>
              <a:ext uri="{FF2B5EF4-FFF2-40B4-BE49-F238E27FC236}">
                <a16:creationId xmlns:a16="http://schemas.microsoft.com/office/drawing/2014/main" id="{C9D41CD2-1BDC-E5E6-326A-D1E0B7A0597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711500" y="768349"/>
            <a:ext cx="914400" cy="914400"/>
          </a:xfrm>
          <a:prstGeom prst="rect">
            <a:avLst/>
          </a:prstGeom>
        </p:spPr>
      </p:pic>
      <p:pic>
        <p:nvPicPr>
          <p:cNvPr id="26" name="Graphic 25" descr="Bone with solid fill">
            <a:extLst>
              <a:ext uri="{FF2B5EF4-FFF2-40B4-BE49-F238E27FC236}">
                <a16:creationId xmlns:a16="http://schemas.microsoft.com/office/drawing/2014/main" id="{DA893A5E-35EA-47FC-C614-7C0D48478FC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85991" y="487017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543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953AB-AAF4-0774-95B6-C6C5182B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F768-210B-8A8D-E2B2-7F660F2B4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Graph</a:t>
            </a:r>
          </a:p>
        </p:txBody>
      </p:sp>
      <p:pic>
        <p:nvPicPr>
          <p:cNvPr id="5" name="Content Placeholder 4" descr="A square with a dotted line&#10;&#10;Description automatically generated">
            <a:extLst>
              <a:ext uri="{FF2B5EF4-FFF2-40B4-BE49-F238E27FC236}">
                <a16:creationId xmlns:a16="http://schemas.microsoft.com/office/drawing/2014/main" id="{406283FD-08F1-92C4-E7D1-62CFEB2EE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769" y="2172494"/>
            <a:ext cx="4572000" cy="36576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A4E5D2-BC27-08BA-7715-354E85F047D8}"/>
                  </a:ext>
                </a:extLst>
              </p14:cNvPr>
              <p14:cNvContentPartPr/>
              <p14:nvPr/>
            </p14:nvContentPartPr>
            <p14:xfrm>
              <a:off x="3921699" y="5239299"/>
              <a:ext cx="6120" cy="233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A4E5D2-BC27-08BA-7715-354E85F047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5579" y="5233179"/>
                <a:ext cx="18360" cy="24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F59B70-9589-809D-2739-B2E6665705E9}"/>
                  </a:ext>
                </a:extLst>
              </p14:cNvPr>
              <p14:cNvContentPartPr/>
              <p14:nvPr/>
            </p14:nvContentPartPr>
            <p14:xfrm>
              <a:off x="3862299" y="5537379"/>
              <a:ext cx="145800" cy="204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F59B70-9589-809D-2739-B2E6665705E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56179" y="5531259"/>
                <a:ext cx="15804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2901E12-AC8F-7EE4-DAE6-7DF96B50B316}"/>
                  </a:ext>
                </a:extLst>
              </p14:cNvPr>
              <p14:cNvContentPartPr/>
              <p14:nvPr/>
            </p14:nvContentPartPr>
            <p14:xfrm>
              <a:off x="4589859" y="5254419"/>
              <a:ext cx="2880" cy="173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2901E12-AC8F-7EE4-DAE6-7DF96B50B31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83739" y="5248299"/>
                <a:ext cx="1512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552D0DB-7A56-98C8-5667-50309AC457BD}"/>
                  </a:ext>
                </a:extLst>
              </p14:cNvPr>
              <p14:cNvContentPartPr/>
              <p14:nvPr/>
            </p14:nvContentPartPr>
            <p14:xfrm>
              <a:off x="4531539" y="5665179"/>
              <a:ext cx="102960" cy="176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552D0DB-7A56-98C8-5667-50309AC457B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25419" y="5659059"/>
                <a:ext cx="115200" cy="188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E88309EB-18F7-ABDE-BA18-DFBE12742E35}"/>
              </a:ext>
            </a:extLst>
          </p:cNvPr>
          <p:cNvGrpSpPr/>
          <p:nvPr/>
        </p:nvGrpSpPr>
        <p:grpSpPr>
          <a:xfrm>
            <a:off x="5228249" y="5285379"/>
            <a:ext cx="78840" cy="455040"/>
            <a:chOff x="5228249" y="5285379"/>
            <a:chExt cx="78840" cy="45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2EA0E6F-8599-9558-8C7E-350AA84FDD9A}"/>
                    </a:ext>
                  </a:extLst>
                </p14:cNvPr>
                <p14:cNvContentPartPr/>
                <p14:nvPr/>
              </p14:nvContentPartPr>
              <p14:xfrm>
                <a:off x="5264249" y="5285379"/>
                <a:ext cx="9720" cy="2034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2EA0E6F-8599-9558-8C7E-350AA84FDD9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58129" y="5279259"/>
                  <a:ext cx="219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3E77C57-FD46-E6FC-8D01-F341310C4728}"/>
                    </a:ext>
                  </a:extLst>
                </p14:cNvPr>
                <p14:cNvContentPartPr/>
                <p14:nvPr/>
              </p14:nvContentPartPr>
              <p14:xfrm>
                <a:off x="5228249" y="5581299"/>
                <a:ext cx="78840" cy="159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3E77C57-FD46-E6FC-8D01-F341310C472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222129" y="5575179"/>
                  <a:ext cx="91080" cy="171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48351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FF13C-6AED-13D2-7758-7D385590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ghtning Bolt 3">
            <a:extLst>
              <a:ext uri="{FF2B5EF4-FFF2-40B4-BE49-F238E27FC236}">
                <a16:creationId xmlns:a16="http://schemas.microsoft.com/office/drawing/2014/main" id="{51EB9432-DDC5-947E-C104-AB1A8DB93D2D}"/>
              </a:ext>
            </a:extLst>
          </p:cNvPr>
          <p:cNvSpPr/>
          <p:nvPr/>
        </p:nvSpPr>
        <p:spPr>
          <a:xfrm>
            <a:off x="1556951" y="2660822"/>
            <a:ext cx="914400" cy="914400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CD4E216D-6B57-CDB4-7329-6C789C15C6A7}"/>
              </a:ext>
            </a:extLst>
          </p:cNvPr>
          <p:cNvSpPr/>
          <p:nvPr/>
        </p:nvSpPr>
        <p:spPr>
          <a:xfrm>
            <a:off x="2773680" y="1280160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Sun 5">
            <a:extLst>
              <a:ext uri="{FF2B5EF4-FFF2-40B4-BE49-F238E27FC236}">
                <a16:creationId xmlns:a16="http://schemas.microsoft.com/office/drawing/2014/main" id="{0D8BD581-4092-1352-FF0E-1EDF6C872E1F}"/>
              </a:ext>
            </a:extLst>
          </p:cNvPr>
          <p:cNvSpPr/>
          <p:nvPr/>
        </p:nvSpPr>
        <p:spPr>
          <a:xfrm>
            <a:off x="7129849" y="2606591"/>
            <a:ext cx="914400" cy="914400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8" name="Graphic 7" descr="Acorn with solid fill">
            <a:extLst>
              <a:ext uri="{FF2B5EF4-FFF2-40B4-BE49-F238E27FC236}">
                <a16:creationId xmlns:a16="http://schemas.microsoft.com/office/drawing/2014/main" id="{B450AEBC-065C-7925-AF43-AACABED23C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9805" y="311149"/>
            <a:ext cx="914400" cy="914400"/>
          </a:xfrm>
          <a:prstGeom prst="rect">
            <a:avLst/>
          </a:prstGeom>
        </p:spPr>
      </p:pic>
      <p:pic>
        <p:nvPicPr>
          <p:cNvPr id="10" name="Graphic 9" descr="Advertising outline">
            <a:extLst>
              <a:ext uri="{FF2B5EF4-FFF2-40B4-BE49-F238E27FC236}">
                <a16:creationId xmlns:a16="http://schemas.microsoft.com/office/drawing/2014/main" id="{4904CD82-F906-C493-BBF9-EEDFEE2CDB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59280" y="3966353"/>
            <a:ext cx="914400" cy="914400"/>
          </a:xfrm>
          <a:prstGeom prst="rect">
            <a:avLst/>
          </a:prstGeom>
        </p:spPr>
      </p:pic>
      <p:pic>
        <p:nvPicPr>
          <p:cNvPr id="12" name="Graphic 11" descr="Alarm Ringing with solid fill">
            <a:extLst>
              <a:ext uri="{FF2B5EF4-FFF2-40B4-BE49-F238E27FC236}">
                <a16:creationId xmlns:a16="http://schemas.microsoft.com/office/drawing/2014/main" id="{31432362-32C4-2F74-0AA2-9CCAF24917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8335" y="5039497"/>
            <a:ext cx="914400" cy="914400"/>
          </a:xfrm>
          <a:prstGeom prst="rect">
            <a:avLst/>
          </a:prstGeom>
        </p:spPr>
      </p:pic>
      <p:pic>
        <p:nvPicPr>
          <p:cNvPr id="15" name="Graphic 14" descr="Alterations &amp; Tailoring with solid fill">
            <a:extLst>
              <a:ext uri="{FF2B5EF4-FFF2-40B4-BE49-F238E27FC236}">
                <a16:creationId xmlns:a16="http://schemas.microsoft.com/office/drawing/2014/main" id="{483CD8AD-B345-2EC9-E386-B71C811C2E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15665" y="4880753"/>
            <a:ext cx="914400" cy="914400"/>
          </a:xfrm>
          <a:prstGeom prst="rect">
            <a:avLst/>
          </a:prstGeom>
        </p:spPr>
      </p:pic>
      <p:pic>
        <p:nvPicPr>
          <p:cNvPr id="17" name="Graphic 16" descr="Alterations &amp; Tailoring with solid fill">
            <a:extLst>
              <a:ext uri="{FF2B5EF4-FFF2-40B4-BE49-F238E27FC236}">
                <a16:creationId xmlns:a16="http://schemas.microsoft.com/office/drawing/2014/main" id="{B3A2E441-705F-2A4F-C64B-AE070CA34B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57738" y="4355757"/>
            <a:ext cx="914400" cy="914400"/>
          </a:xfrm>
          <a:prstGeom prst="rect">
            <a:avLst/>
          </a:prstGeom>
        </p:spPr>
      </p:pic>
      <p:pic>
        <p:nvPicPr>
          <p:cNvPr id="19" name="Graphic 18" descr="Aeroplane outline">
            <a:extLst>
              <a:ext uri="{FF2B5EF4-FFF2-40B4-BE49-F238E27FC236}">
                <a16:creationId xmlns:a16="http://schemas.microsoft.com/office/drawing/2014/main" id="{C51CB2DD-FC3C-FC9F-0AF6-2589F02B2E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89157" y="1130643"/>
            <a:ext cx="914400" cy="914400"/>
          </a:xfrm>
          <a:prstGeom prst="rect">
            <a:avLst/>
          </a:prstGeom>
        </p:spPr>
      </p:pic>
      <p:pic>
        <p:nvPicPr>
          <p:cNvPr id="21" name="Graphic 20" descr="Alien Face with solid fill">
            <a:extLst>
              <a:ext uri="{FF2B5EF4-FFF2-40B4-BE49-F238E27FC236}">
                <a16:creationId xmlns:a16="http://schemas.microsoft.com/office/drawing/2014/main" id="{246F82B8-9CC5-6312-108D-12529D7DBAC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39481" y="2045043"/>
            <a:ext cx="914400" cy="914400"/>
          </a:xfrm>
          <a:prstGeom prst="rect">
            <a:avLst/>
          </a:prstGeom>
        </p:spPr>
      </p:pic>
      <p:pic>
        <p:nvPicPr>
          <p:cNvPr id="23" name="Graphic 22" descr="Artificial Intelligence outline">
            <a:extLst>
              <a:ext uri="{FF2B5EF4-FFF2-40B4-BE49-F238E27FC236}">
                <a16:creationId xmlns:a16="http://schemas.microsoft.com/office/drawing/2014/main" id="{0A26FECB-8EEA-11D6-F77C-59ADD44A1B7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14800" y="2971800"/>
            <a:ext cx="914400" cy="914400"/>
          </a:xfrm>
          <a:prstGeom prst="rect">
            <a:avLst/>
          </a:prstGeom>
        </p:spPr>
      </p:pic>
      <p:pic>
        <p:nvPicPr>
          <p:cNvPr id="25" name="Graphic 24" descr="Astronaut male with solid fill">
            <a:extLst>
              <a:ext uri="{FF2B5EF4-FFF2-40B4-BE49-F238E27FC236}">
                <a16:creationId xmlns:a16="http://schemas.microsoft.com/office/drawing/2014/main" id="{13C34030-55E3-420B-6788-2F53D9F6589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70320" y="3575222"/>
            <a:ext cx="914400" cy="914400"/>
          </a:xfrm>
          <a:prstGeom prst="rect">
            <a:avLst/>
          </a:prstGeom>
        </p:spPr>
      </p:pic>
      <p:pic>
        <p:nvPicPr>
          <p:cNvPr id="27" name="Graphic 26" descr="Baseball hat with solid fill">
            <a:extLst>
              <a:ext uri="{FF2B5EF4-FFF2-40B4-BE49-F238E27FC236}">
                <a16:creationId xmlns:a16="http://schemas.microsoft.com/office/drawing/2014/main" id="{423CD2EA-7F7F-1248-D1C6-73C41D58D0A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39795" y="216243"/>
            <a:ext cx="914400" cy="914400"/>
          </a:xfrm>
          <a:prstGeom prst="rect">
            <a:avLst/>
          </a:prstGeom>
        </p:spPr>
      </p:pic>
      <p:pic>
        <p:nvPicPr>
          <p:cNvPr id="29" name="Graphic 28" descr="Binoculars outline">
            <a:extLst>
              <a:ext uri="{FF2B5EF4-FFF2-40B4-BE49-F238E27FC236}">
                <a16:creationId xmlns:a16="http://schemas.microsoft.com/office/drawing/2014/main" id="{FFF6EFF2-B5CB-3930-7C29-672F2FCE07D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44067" y="5039497"/>
            <a:ext cx="914400" cy="914400"/>
          </a:xfrm>
          <a:prstGeom prst="rect">
            <a:avLst/>
          </a:prstGeom>
        </p:spPr>
      </p:pic>
      <p:pic>
        <p:nvPicPr>
          <p:cNvPr id="31" name="Graphic 30" descr="Blender outline">
            <a:extLst>
              <a:ext uri="{FF2B5EF4-FFF2-40B4-BE49-F238E27FC236}">
                <a16:creationId xmlns:a16="http://schemas.microsoft.com/office/drawing/2014/main" id="{90661AEF-BE43-4890-572B-59CDA8C3628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011207" y="2162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9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379E2-9EA4-D112-B895-A1EAF4FE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ghtning Bolt 3">
            <a:extLst>
              <a:ext uri="{FF2B5EF4-FFF2-40B4-BE49-F238E27FC236}">
                <a16:creationId xmlns:a16="http://schemas.microsoft.com/office/drawing/2014/main" id="{B727CC14-6285-C74B-EDB7-19934FC4E8BE}"/>
              </a:ext>
            </a:extLst>
          </p:cNvPr>
          <p:cNvSpPr/>
          <p:nvPr/>
        </p:nvSpPr>
        <p:spPr>
          <a:xfrm>
            <a:off x="1556951" y="2660822"/>
            <a:ext cx="914400" cy="914400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3CD49FD2-9F02-5D1F-C116-5E652C11D75C}"/>
              </a:ext>
            </a:extLst>
          </p:cNvPr>
          <p:cNvSpPr/>
          <p:nvPr/>
        </p:nvSpPr>
        <p:spPr>
          <a:xfrm>
            <a:off x="2773680" y="1280160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Sun 5">
            <a:extLst>
              <a:ext uri="{FF2B5EF4-FFF2-40B4-BE49-F238E27FC236}">
                <a16:creationId xmlns:a16="http://schemas.microsoft.com/office/drawing/2014/main" id="{603A212D-BA0C-55F2-1AD9-947C313ED5CA}"/>
              </a:ext>
            </a:extLst>
          </p:cNvPr>
          <p:cNvSpPr/>
          <p:nvPr/>
        </p:nvSpPr>
        <p:spPr>
          <a:xfrm>
            <a:off x="7129849" y="2606591"/>
            <a:ext cx="914400" cy="914400"/>
          </a:xfrm>
          <a:prstGeom prst="su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8" name="Graphic 7" descr="Acorn with solid fill">
            <a:extLst>
              <a:ext uri="{FF2B5EF4-FFF2-40B4-BE49-F238E27FC236}">
                <a16:creationId xmlns:a16="http://schemas.microsoft.com/office/drawing/2014/main" id="{7F307FD9-A964-C8C4-9406-D77877C10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9805" y="311149"/>
            <a:ext cx="914400" cy="914400"/>
          </a:xfrm>
          <a:prstGeom prst="rect">
            <a:avLst/>
          </a:prstGeom>
        </p:spPr>
      </p:pic>
      <p:pic>
        <p:nvPicPr>
          <p:cNvPr id="10" name="Graphic 9" descr="Advertising outline">
            <a:extLst>
              <a:ext uri="{FF2B5EF4-FFF2-40B4-BE49-F238E27FC236}">
                <a16:creationId xmlns:a16="http://schemas.microsoft.com/office/drawing/2014/main" id="{9732D997-66B7-CB51-713F-7C5E5C15FF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59280" y="3966353"/>
            <a:ext cx="914400" cy="914400"/>
          </a:xfrm>
          <a:prstGeom prst="rect">
            <a:avLst/>
          </a:prstGeom>
        </p:spPr>
      </p:pic>
      <p:pic>
        <p:nvPicPr>
          <p:cNvPr id="12" name="Graphic 11" descr="Alarm Ringing with solid fill">
            <a:extLst>
              <a:ext uri="{FF2B5EF4-FFF2-40B4-BE49-F238E27FC236}">
                <a16:creationId xmlns:a16="http://schemas.microsoft.com/office/drawing/2014/main" id="{E35CEB62-0097-EE13-F7BE-D82A9B4829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8335" y="5039497"/>
            <a:ext cx="914400" cy="914400"/>
          </a:xfrm>
          <a:prstGeom prst="rect">
            <a:avLst/>
          </a:prstGeom>
        </p:spPr>
      </p:pic>
      <p:pic>
        <p:nvPicPr>
          <p:cNvPr id="15" name="Graphic 14" descr="Alterations &amp; Tailoring with solid fill">
            <a:extLst>
              <a:ext uri="{FF2B5EF4-FFF2-40B4-BE49-F238E27FC236}">
                <a16:creationId xmlns:a16="http://schemas.microsoft.com/office/drawing/2014/main" id="{6EE3D873-D9BA-6319-0753-A654D537C2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15665" y="4880753"/>
            <a:ext cx="914400" cy="914400"/>
          </a:xfrm>
          <a:prstGeom prst="rect">
            <a:avLst/>
          </a:prstGeom>
        </p:spPr>
      </p:pic>
      <p:pic>
        <p:nvPicPr>
          <p:cNvPr id="17" name="Graphic 16" descr="Alterations &amp; Tailoring with solid fill">
            <a:extLst>
              <a:ext uri="{FF2B5EF4-FFF2-40B4-BE49-F238E27FC236}">
                <a16:creationId xmlns:a16="http://schemas.microsoft.com/office/drawing/2014/main" id="{6E5801B5-10C2-F3A1-5C94-B9813401866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57738" y="4355757"/>
            <a:ext cx="914400" cy="914400"/>
          </a:xfrm>
          <a:prstGeom prst="rect">
            <a:avLst/>
          </a:prstGeom>
        </p:spPr>
      </p:pic>
      <p:pic>
        <p:nvPicPr>
          <p:cNvPr id="19" name="Graphic 18" descr="Aeroplane outline">
            <a:extLst>
              <a:ext uri="{FF2B5EF4-FFF2-40B4-BE49-F238E27FC236}">
                <a16:creationId xmlns:a16="http://schemas.microsoft.com/office/drawing/2014/main" id="{E708F624-D660-94E4-1E22-1602C9A6161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89157" y="1130643"/>
            <a:ext cx="914400" cy="914400"/>
          </a:xfrm>
          <a:prstGeom prst="rect">
            <a:avLst/>
          </a:prstGeom>
        </p:spPr>
      </p:pic>
      <p:pic>
        <p:nvPicPr>
          <p:cNvPr id="21" name="Graphic 20" descr="Alien Face with solid fill">
            <a:extLst>
              <a:ext uri="{FF2B5EF4-FFF2-40B4-BE49-F238E27FC236}">
                <a16:creationId xmlns:a16="http://schemas.microsoft.com/office/drawing/2014/main" id="{331A12B3-2A2D-4588-5B0F-1C856FA2C40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939481" y="2045043"/>
            <a:ext cx="914400" cy="914400"/>
          </a:xfrm>
          <a:prstGeom prst="rect">
            <a:avLst/>
          </a:prstGeom>
        </p:spPr>
      </p:pic>
      <p:pic>
        <p:nvPicPr>
          <p:cNvPr id="23" name="Graphic 22" descr="Artificial Intelligence outline">
            <a:extLst>
              <a:ext uri="{FF2B5EF4-FFF2-40B4-BE49-F238E27FC236}">
                <a16:creationId xmlns:a16="http://schemas.microsoft.com/office/drawing/2014/main" id="{BD568E46-F6E4-EA00-751D-C8CA7B37B68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14800" y="2971800"/>
            <a:ext cx="914400" cy="914400"/>
          </a:xfrm>
          <a:prstGeom prst="rect">
            <a:avLst/>
          </a:prstGeom>
        </p:spPr>
      </p:pic>
      <p:pic>
        <p:nvPicPr>
          <p:cNvPr id="25" name="Graphic 24" descr="Astronaut male with solid fill">
            <a:extLst>
              <a:ext uri="{FF2B5EF4-FFF2-40B4-BE49-F238E27FC236}">
                <a16:creationId xmlns:a16="http://schemas.microsoft.com/office/drawing/2014/main" id="{CBD746C7-536A-CB5B-6613-F9493827989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70320" y="3575222"/>
            <a:ext cx="914400" cy="914400"/>
          </a:xfrm>
          <a:prstGeom prst="rect">
            <a:avLst/>
          </a:prstGeom>
        </p:spPr>
      </p:pic>
      <p:pic>
        <p:nvPicPr>
          <p:cNvPr id="27" name="Graphic 26" descr="Baseball hat with solid fill">
            <a:extLst>
              <a:ext uri="{FF2B5EF4-FFF2-40B4-BE49-F238E27FC236}">
                <a16:creationId xmlns:a16="http://schemas.microsoft.com/office/drawing/2014/main" id="{5078E443-FF9A-4FFB-C5F5-970053AFB62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239795" y="216243"/>
            <a:ext cx="914400" cy="914400"/>
          </a:xfrm>
          <a:prstGeom prst="rect">
            <a:avLst/>
          </a:prstGeom>
        </p:spPr>
      </p:pic>
      <p:pic>
        <p:nvPicPr>
          <p:cNvPr id="29" name="Graphic 28" descr="Binoculars outline">
            <a:extLst>
              <a:ext uri="{FF2B5EF4-FFF2-40B4-BE49-F238E27FC236}">
                <a16:creationId xmlns:a16="http://schemas.microsoft.com/office/drawing/2014/main" id="{AC092727-2BA5-3FE1-62E9-82109ACB87A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44067" y="5039497"/>
            <a:ext cx="914400" cy="914400"/>
          </a:xfrm>
          <a:prstGeom prst="rect">
            <a:avLst/>
          </a:prstGeom>
        </p:spPr>
      </p:pic>
      <p:pic>
        <p:nvPicPr>
          <p:cNvPr id="31" name="Graphic 30" descr="Blender outline">
            <a:extLst>
              <a:ext uri="{FF2B5EF4-FFF2-40B4-BE49-F238E27FC236}">
                <a16:creationId xmlns:a16="http://schemas.microsoft.com/office/drawing/2014/main" id="{DA662B82-E8C1-33A3-0BF3-0144754E485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011207" y="2162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2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D17AE-A0D4-1634-F244-ABC3B19C2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Graph</a:t>
            </a:r>
          </a:p>
        </p:txBody>
      </p:sp>
      <p:pic>
        <p:nvPicPr>
          <p:cNvPr id="5" name="Content Placeholder 4" descr="A square with a dotted line&#10;&#10;Description automatically generated">
            <a:extLst>
              <a:ext uri="{FF2B5EF4-FFF2-40B4-BE49-F238E27FC236}">
                <a16:creationId xmlns:a16="http://schemas.microsoft.com/office/drawing/2014/main" id="{91C6D297-6FD8-EF1D-CBC2-816AFDE13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769" y="2172494"/>
            <a:ext cx="4572000" cy="3657600"/>
          </a:xfrm>
        </p:spPr>
      </p:pic>
      <p:pic>
        <p:nvPicPr>
          <p:cNvPr id="9" name="Picture 8" descr="A graph of images and images&#10;&#10;Description automatically generated">
            <a:extLst>
              <a:ext uri="{FF2B5EF4-FFF2-40B4-BE49-F238E27FC236}">
                <a16:creationId xmlns:a16="http://schemas.microsoft.com/office/drawing/2014/main" id="{28B1A384-723B-652E-F14D-D953BA7720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769" y="2172494"/>
            <a:ext cx="45720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5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F7F86-96AA-E054-B77D-E909F4A91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3C71C9-AB31-25DE-CBAC-AA52E6DE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bit of Walking</a:t>
            </a:r>
          </a:p>
        </p:txBody>
      </p:sp>
    </p:spTree>
    <p:extLst>
      <p:ext uri="{BB962C8B-B14F-4D97-AF65-F5344CB8AC3E}">
        <p14:creationId xmlns:p14="http://schemas.microsoft.com/office/powerpoint/2010/main" val="3256049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89404-FB0F-97AE-46D5-ABC4EAF88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F7DA-B84A-60E1-E48D-6EAD2A1E4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Walking Graph</a:t>
            </a:r>
          </a:p>
        </p:txBody>
      </p:sp>
      <p:pic>
        <p:nvPicPr>
          <p:cNvPr id="10" name="Picture 9" descr="A graph of distance between two lines&#10;&#10;Description automatically generated with medium confidence">
            <a:extLst>
              <a:ext uri="{FF2B5EF4-FFF2-40B4-BE49-F238E27FC236}">
                <a16:creationId xmlns:a16="http://schemas.microsoft.com/office/drawing/2014/main" id="{F282C81F-4A9D-9B2E-8A95-4A1168FB9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826" y="1875949"/>
            <a:ext cx="4572000" cy="3657600"/>
          </a:xfrm>
          <a:prstGeom prst="rect">
            <a:avLst/>
          </a:prstGeom>
        </p:spPr>
      </p:pic>
      <p:pic>
        <p:nvPicPr>
          <p:cNvPr id="8" name="Content Placeholder 7" descr="A graph of distance between two lines&#10;&#10;Description automatically generated with medium confidence">
            <a:extLst>
              <a:ext uri="{FF2B5EF4-FFF2-40B4-BE49-F238E27FC236}">
                <a16:creationId xmlns:a16="http://schemas.microsoft.com/office/drawing/2014/main" id="{50584CDD-5F0E-7D59-7664-FA8EFB16A0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826" y="1875950"/>
            <a:ext cx="4572000" cy="3657600"/>
          </a:xfrm>
        </p:spPr>
      </p:pic>
    </p:spTree>
    <p:extLst>
      <p:ext uri="{BB962C8B-B14F-4D97-AF65-F5344CB8AC3E}">
        <p14:creationId xmlns:p14="http://schemas.microsoft.com/office/powerpoint/2010/main" val="1842107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AA9B6-D07F-ED09-CB5E-ACD2D214A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04129-6056-C836-FB04-0754E61FA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Walking Graph</a:t>
            </a:r>
          </a:p>
        </p:txBody>
      </p:sp>
      <p:pic>
        <p:nvPicPr>
          <p:cNvPr id="6" name="Picture 5" descr="A graph of a blind fold&#10;&#10;Description automatically generated">
            <a:extLst>
              <a:ext uri="{FF2B5EF4-FFF2-40B4-BE49-F238E27FC236}">
                <a16:creationId xmlns:a16="http://schemas.microsoft.com/office/drawing/2014/main" id="{CB9F5D5A-F39F-8589-5BA7-359C63F18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9" y="1600199"/>
            <a:ext cx="5088919" cy="407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59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24734</TotalTime>
  <Words>37</Words>
  <Application>Microsoft Macintosh PowerPoint</Application>
  <PresentationFormat>On-screen Show (4:3)</PresentationFormat>
  <Paragraphs>13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Let’s do a bit of memory</vt:lpstr>
      <vt:lpstr>Name the Objects</vt:lpstr>
      <vt:lpstr>Name the Objects</vt:lpstr>
      <vt:lpstr>Memory Graph</vt:lpstr>
      <vt:lpstr>Name the Objects</vt:lpstr>
      <vt:lpstr>Name the Objects</vt:lpstr>
      <vt:lpstr>Memory Graph</vt:lpstr>
      <vt:lpstr>PowerPoint Presentation</vt:lpstr>
      <vt:lpstr>PowerPoint Presentation</vt:lpstr>
      <vt:lpstr>Memory Graph</vt:lpstr>
      <vt:lpstr>PowerPoint Presentation</vt:lpstr>
      <vt:lpstr>PowerPoint Presentation</vt:lpstr>
      <vt:lpstr>Memory Graph</vt:lpstr>
      <vt:lpstr>A bit of Walking</vt:lpstr>
      <vt:lpstr>Walking Graph</vt:lpstr>
      <vt:lpstr>Walking Graph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Study Walking</dc:title>
  <dc:creator>John Butler</dc:creator>
  <cp:lastModifiedBy>John Butler</cp:lastModifiedBy>
  <cp:revision>45</cp:revision>
  <dcterms:created xsi:type="dcterms:W3CDTF">2023-05-03T09:30:47Z</dcterms:created>
  <dcterms:modified xsi:type="dcterms:W3CDTF">2025-10-02T10:06:08Z</dcterms:modified>
</cp:coreProperties>
</file>