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73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/>
    <p:restoredTop sz="94694"/>
  </p:normalViewPr>
  <p:slideViewPr>
    <p:cSldViewPr snapToGrid="0" showGuides="1">
      <p:cViewPr varScale="1">
        <p:scale>
          <a:sx n="107" d="100"/>
          <a:sy n="107" d="100"/>
        </p:scale>
        <p:origin x="19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80912-06B6-2A13-25D9-04D8DB49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726C63F6-CB75-464B-8B30-63C9D4C68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629C8B-5507-91B6-CF2B-8F27E3BE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Films and TV for Maths Week 2025</a:t>
            </a: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28" name="Picture 4" descr="Contact (1997) - IMDb">
            <a:extLst>
              <a:ext uri="{FF2B5EF4-FFF2-40B4-BE49-F238E27FC236}">
                <a16:creationId xmlns:a16="http://schemas.microsoft.com/office/drawing/2014/main" id="{718D6EB5-C6D5-C952-D560-6DFDDF83E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816"/>
          <a:stretch>
            <a:fillRect/>
          </a:stretch>
        </p:blipFill>
        <p:spPr bwMode="auto">
          <a:xfrm>
            <a:off x="246888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ime Target (TV Series 2025– ) - IMDb">
            <a:extLst>
              <a:ext uri="{FF2B5EF4-FFF2-40B4-BE49-F238E27FC236}">
                <a16:creationId xmlns:a16="http://schemas.microsoft.com/office/drawing/2014/main" id="{7B3A50CA-4F19-EF5E-655F-03BC9015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5" r="3" b="3"/>
          <a:stretch>
            <a:fillRect/>
          </a:stretch>
        </p:blipFill>
        <p:spPr bwMode="auto">
          <a:xfrm>
            <a:off x="3200400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stellar (film) - Wikipedia">
            <a:extLst>
              <a:ext uri="{FF2B5EF4-FFF2-40B4-BE49-F238E27FC236}">
                <a16:creationId xmlns:a16="http://schemas.microsoft.com/office/drawing/2014/main" id="{D4BA8A4F-0C3D-0CFE-27CE-F5D2A9317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476"/>
          <a:stretch>
            <a:fillRect/>
          </a:stretch>
        </p:blipFill>
        <p:spPr bwMode="auto">
          <a:xfrm>
            <a:off x="6153912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C4EB8F79-1ACE-7A92-0067-2C73934BC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" r="455"/>
          <a:stretch>
            <a:fillRect/>
          </a:stretch>
        </p:blipFill>
        <p:spPr bwMode="auto">
          <a:xfrm>
            <a:off x="9107424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12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726C63F6-CB75-464B-8B30-63C9D4C68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Maths Week 2025</a:t>
            </a:r>
          </a:p>
        </p:txBody>
      </p:sp>
      <p:sp>
        <p:nvSpPr>
          <p:cNvPr id="1048" name="Rectangle: Rounded Corners 104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34" name="Picture 10" descr="The Man Who Loved Only Numbers: Amazon.co.uk: Hoffman, Paul: 9781857028119:  Books">
            <a:extLst>
              <a:ext uri="{FF2B5EF4-FFF2-40B4-BE49-F238E27FC236}">
                <a16:creationId xmlns:a16="http://schemas.microsoft.com/office/drawing/2014/main" id="{E1A8A5DA-A47C-F469-0312-82FC989EC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 r="-3" b="-3"/>
          <a:stretch>
            <a:fillRect/>
          </a:stretch>
        </p:blipFill>
        <p:spPr bwMode="auto">
          <a:xfrm>
            <a:off x="246888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termezzo by Sally Rooney">
            <a:extLst>
              <a:ext uri="{FF2B5EF4-FFF2-40B4-BE49-F238E27FC236}">
                <a16:creationId xmlns:a16="http://schemas.microsoft.com/office/drawing/2014/main" id="{D2F26A37-C642-0768-57FF-BA02B1CFE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r="3" b="3535"/>
          <a:stretch>
            <a:fillRect/>
          </a:stretch>
        </p:blipFill>
        <p:spPr bwMode="auto">
          <a:xfrm>
            <a:off x="3200400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Machines Learn: The Elegant Maths Behind Modern AI : Ananthaswamy,  Anil: Amazon.ie: Books">
            <a:extLst>
              <a:ext uri="{FF2B5EF4-FFF2-40B4-BE49-F238E27FC236}">
                <a16:creationId xmlns:a16="http://schemas.microsoft.com/office/drawing/2014/main" id="{AEA23D3C-71A8-90E1-6B83-2559F084F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5"/>
          <a:stretch>
            <a:fillRect/>
          </a:stretch>
        </p:blipFill>
        <p:spPr bwMode="auto">
          <a:xfrm>
            <a:off x="6153912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uy Half Of A Yellow Sun Book at Easons">
            <a:extLst>
              <a:ext uri="{FF2B5EF4-FFF2-40B4-BE49-F238E27FC236}">
                <a16:creationId xmlns:a16="http://schemas.microsoft.com/office/drawing/2014/main" id="{8A3718A2-E074-1716-E72B-68BC6552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706"/>
          <a:stretch>
            <a:fillRect/>
          </a:stretch>
        </p:blipFill>
        <p:spPr bwMode="auto">
          <a:xfrm>
            <a:off x="9107424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9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446F08F-BBAC-BDE8-A39F-C3FEDFFD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59"/>
          <a:stretch>
            <a:fillRect/>
          </a:stretch>
        </p:blipFill>
        <p:spPr bwMode="auto">
          <a:xfrm>
            <a:off x="35772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3BC209-1CE7-5F6F-4DAA-D479169A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5" r="6838" b="1"/>
          <a:stretch>
            <a:fillRect/>
          </a:stretch>
        </p:blipFill>
        <p:spPr bwMode="auto">
          <a:xfrm>
            <a:off x="7822523" y="3456433"/>
            <a:ext cx="4369477" cy="3401568"/>
          </a:xfrm>
          <a:custGeom>
            <a:avLst/>
            <a:gdLst/>
            <a:ahLst/>
            <a:cxnLst/>
            <a:rect l="l" t="t" r="r" b="b"/>
            <a:pathLst>
              <a:path w="4369477" h="3401568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llywood Helped Physicists Cast Light on Spinning Black Holes | NOVA | PBS">
            <a:extLst>
              <a:ext uri="{FF2B5EF4-FFF2-40B4-BE49-F238E27FC236}">
                <a16:creationId xmlns:a16="http://schemas.microsoft.com/office/drawing/2014/main" id="{E39F048E-99C4-7ABC-6057-B2EE54014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49" b="-1"/>
          <a:stretch>
            <a:fillRect/>
          </a:stretch>
        </p:blipFill>
        <p:spPr bwMode="auto">
          <a:xfrm>
            <a:off x="3630260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08760"/>
            <a:ext cx="342900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Research for All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Week 2025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08622A-93AB-0371-B48F-9EF579A9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0" r="9379"/>
          <a:stretch>
            <a:fillRect/>
          </a:stretch>
        </p:blipFill>
        <p:spPr bwMode="auto">
          <a:xfrm>
            <a:off x="7845207" y="10"/>
            <a:ext cx="4346795" cy="3401558"/>
          </a:xfrm>
          <a:custGeom>
            <a:avLst/>
            <a:gdLst/>
            <a:ahLst/>
            <a:cxnLst/>
            <a:rect l="l" t="t" r="r" b="b"/>
            <a:pathLst>
              <a:path w="4346795" h="3401568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9299B4-4B3F-6312-C592-FFCE905F0191}"/>
              </a:ext>
            </a:extLst>
          </p:cNvPr>
          <p:cNvSpPr txBox="1"/>
          <p:nvPr/>
        </p:nvSpPr>
        <p:spPr>
          <a:xfrm>
            <a:off x="4099259" y="-54855"/>
            <a:ext cx="423123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Learning Machines Take Over the World?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F4F17-B5F1-001E-DDEC-B40B903384E2}"/>
              </a:ext>
            </a:extLst>
          </p:cNvPr>
          <p:cNvSpPr txBox="1"/>
          <p:nvPr/>
        </p:nvSpPr>
        <p:spPr>
          <a:xfrm>
            <a:off x="7979896" y="6025896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“Feeling” Ourselves Move: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Team Effort by Our Senses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FFC9F-0B7B-64F3-B7DE-FB97217001EB}"/>
              </a:ext>
            </a:extLst>
          </p:cNvPr>
          <p:cNvSpPr txBox="1"/>
          <p:nvPr/>
        </p:nvSpPr>
        <p:spPr>
          <a:xfrm>
            <a:off x="8481583" y="2514608"/>
            <a:ext cx="372400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Does Math Keep Secrets?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ACE88-45C5-6E61-BEE9-9832BCB57659}"/>
              </a:ext>
            </a:extLst>
          </p:cNvPr>
          <p:cNvSpPr txBox="1"/>
          <p:nvPr/>
        </p:nvSpPr>
        <p:spPr>
          <a:xfrm>
            <a:off x="3815668" y="6270762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Astrophysics in Interstellar</a:t>
            </a:r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51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Calibri Light</vt:lpstr>
      <vt:lpstr>Office Theme</vt:lpstr>
      <vt:lpstr>Films and TV for Maths Week 2025</vt:lpstr>
      <vt:lpstr>Books for Maths Week 2025</vt:lpstr>
      <vt:lpstr>Maths Research for All Maths Week 2025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4</cp:revision>
  <dcterms:created xsi:type="dcterms:W3CDTF">2024-10-09T11:01:26Z</dcterms:created>
  <dcterms:modified xsi:type="dcterms:W3CDTF">2025-10-08T20:05:54Z</dcterms:modified>
</cp:coreProperties>
</file>