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73" r:id="rId4"/>
    <p:sldId id="28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8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A1B-AD8F-5CBF-1512-6C0A9A8C8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56EB-8D47-F128-1327-AECB19E2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3A73-5B9F-FC8C-29F2-3BF15C54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55C7-A17C-95FC-1242-27F86F4A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C3FC-8808-6DD5-8E29-C63765C8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493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767-9B57-FCA8-150B-4FD7C94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B0A8-6E55-FBFD-81CE-84CFC82F7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568E-B56B-522A-75AB-1EC39F835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1D44-C3F0-7836-2D03-E81E8868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BB84-1ABA-0596-7420-E2DCFAEC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8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85C3-26AF-C4A1-8B89-435ED0FA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B64D-4DD2-8B82-CC4E-ADD53D0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5FFD-E2A6-DF2D-7B25-C2A9A3F8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A711D-6EDF-211E-D0CA-9E64AEB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4E92-3CAB-6AEF-DD98-E1A63C5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554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B704-961F-787B-6A2B-4D206892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5C61-0B19-5478-DB1F-FE4219060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3AE3A-325A-7778-0733-45D0C279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C6CF1-73CA-ADA0-02CB-F1ED86B9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6B972-F30E-3205-727C-4DD824B3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BB176-7AD4-BAF1-82A2-B92FFD9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480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CBC9-F8C5-B032-FF2A-2EEB0576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4889A-132D-730E-88A9-E893A9E1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A8A0A-27BB-EA60-FB03-6489E6B16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F584D-BB98-B506-3607-1778B50D4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C077B-FB77-BB1C-1A40-DBE8D555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B12A8-F737-D97F-0FC5-09D84D1F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8A08F-11D2-9499-A10B-EC14CD7D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FA4AC-7896-3E90-9E5E-89C25A8F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244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67CC-73C2-B680-7218-B9EFD735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2BFE-77C1-DA2A-C95A-5FB0205E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66A03-8DC6-C218-4C17-7A6691A1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EB020-0100-D37F-985D-CF7CEBE3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11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BE9BD-F090-05ED-F07E-13EF6FFC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BE02-3357-2974-FEE7-98449843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F0CC0-57E2-643A-5B75-5E3D6BA8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4763-8B3D-90AC-1080-1775DD9A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7D89-39A3-695F-8B1F-1B2C8B93A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5C7E4-93EF-58C5-25AD-72F689C9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BA82-FD26-19B4-D5D2-4D01506A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CCBD7-30A9-BB13-50B1-E74DDBF0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89855-D71F-E24C-0B1E-A036BF8F2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13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60D-AD15-7DC4-BC7F-D41A9F0E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1EC8A-1B8A-07BE-D360-914C94B3E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409C2-0DC7-C762-1A14-F3A34DE1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6AC8-F78B-3701-D1FB-BED4BAD4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EBB29-8375-6BA6-FEAB-B287A9D3E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8C2E-5026-3A9B-ACED-81A36A7A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74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FC57-CA9A-F0FF-E60B-BADD0D39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A5DDB-5063-DDF2-E0DC-BE2D8C24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6726D-5C9A-E97B-5A93-999E9C89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185A-1F7B-BDC1-2266-61FF53BB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21DF6-99BF-0337-9055-EC9CBFE6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28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75725-34B3-E93F-9203-101E1F983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AEC-E3C6-FBA5-A97F-7512469D1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9EA8-81A9-8FB6-1F66-00B7CB6A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5A58-A3ED-FCB3-FAAB-BFB51317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7FE5E-126F-D2E2-FAEC-5C56ED21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10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DF951-CD83-D8D9-CDE9-3A689246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B81A4-26A3-6366-202B-0E1C189C1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172-14BE-9E16-21D3-30146072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6B3EA-8F39-0D45-9C0F-EBC64FEFCBC6}" type="datetimeFigureOut">
              <a:rPr lang="en-IE" smtClean="0"/>
              <a:t>12/10/2025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04AD9-693D-944E-79DF-B17AB5A25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97FB-1E63-8A3D-4F40-0E3721831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4574E-0CCC-FB46-9F70-969B33129EA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16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search/results/all/?keywords=%23stem&amp;origin=HASH_TAG_FROM_FEED" TargetMode="External"/><Relationship Id="rId3" Type="http://schemas.openxmlformats.org/officeDocument/2006/relationships/hyperlink" Target="https://lnkd.in/edpiq_tu" TargetMode="External"/><Relationship Id="rId7" Type="http://schemas.openxmlformats.org/officeDocument/2006/relationships/hyperlink" Target="https://www.linkedin.com/search/results/all/?keywords=%23sciencemeetscinema&amp;origin=HASH_TAG_FROM_FEED" TargetMode="External"/><Relationship Id="rId2" Type="http://schemas.openxmlformats.org/officeDocument/2006/relationships/hyperlink" Target="https://www.linkedin.com/search/results/all/?keywords=%23mathsweek2025&amp;origin=HASH_TAG_FROM_FEE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search/results/all/?keywords=%23mathsinmovies&amp;origin=HASH_TAG_FROM_FEED" TargetMode="External"/><Relationship Id="rId5" Type="http://schemas.openxmlformats.org/officeDocument/2006/relationships/hyperlink" Target="https://www.linkedin.com/search/results/all/?keywords=%23mathsweek&amp;origin=HASH_TAG_FROM_FEED" TargetMode="External"/><Relationship Id="rId4" Type="http://schemas.openxmlformats.org/officeDocument/2006/relationships/hyperlink" Target="https://lnkd.in/eVn378QF" TargetMode="External"/><Relationship Id="rId9" Type="http://schemas.openxmlformats.org/officeDocument/2006/relationships/hyperlink" Target="https://www.linkedin.com/search/results/all/?keywords=%23mathsiseverywhere&amp;origin=HASH_TAG_FROM_FE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search/results/all/?keywords=%23stem&amp;origin=HASH_TAG_FROM_FEED" TargetMode="External"/><Relationship Id="rId3" Type="http://schemas.openxmlformats.org/officeDocument/2006/relationships/hyperlink" Target="https://lnkd.in/edpiq_tu" TargetMode="External"/><Relationship Id="rId7" Type="http://schemas.openxmlformats.org/officeDocument/2006/relationships/hyperlink" Target="https://www.linkedin.com/search/results/all/?keywords=%23sciencemeetscinema&amp;origin=HASH_TAG_FROM_FEED" TargetMode="External"/><Relationship Id="rId2" Type="http://schemas.openxmlformats.org/officeDocument/2006/relationships/hyperlink" Target="https://www.linkedin.com/search/results/all/?keywords=%23mathsweek2025&amp;origin=HASH_TAG_FROM_FEE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search/results/all/?keywords=%23mathsinmovies&amp;origin=HASH_TAG_FROM_FEED" TargetMode="External"/><Relationship Id="rId5" Type="http://schemas.openxmlformats.org/officeDocument/2006/relationships/hyperlink" Target="https://www.linkedin.com/search/results/all/?keywords=%23mathsweek&amp;origin=HASH_TAG_FROM_FEED" TargetMode="External"/><Relationship Id="rId4" Type="http://schemas.openxmlformats.org/officeDocument/2006/relationships/hyperlink" Target="https://lnkd.in/eVn378QF" TargetMode="External"/><Relationship Id="rId9" Type="http://schemas.openxmlformats.org/officeDocument/2006/relationships/hyperlink" Target="https://www.linkedin.com/search/results/all/?keywords=%23mathsiseverywhere&amp;origin=HASH_TAG_FROM_FE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80912-06B6-2A13-25D9-04D8DB49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6DBFCBF-E869-4150-807D-0EA34DD5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629C8B-5507-91B6-CF2B-8F27E3BE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43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Films and TV for Maths Week 2025</a:t>
            </a:r>
          </a:p>
        </p:txBody>
      </p:sp>
      <p:pic>
        <p:nvPicPr>
          <p:cNvPr id="1030" name="Picture 6" descr="Interstellar (film) - Wikipedia">
            <a:extLst>
              <a:ext uri="{FF2B5EF4-FFF2-40B4-BE49-F238E27FC236}">
                <a16:creationId xmlns:a16="http://schemas.microsoft.com/office/drawing/2014/main" id="{D4BA8A4F-0C3D-0CFE-27CE-F5D2A9317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9940"/>
          <a:stretch>
            <a:fillRect/>
          </a:stretch>
        </p:blipFill>
        <p:spPr bwMode="auto">
          <a:xfrm>
            <a:off x="-4" y="10"/>
            <a:ext cx="2952750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ime Target (TV Series 2025– ) - IMDb">
            <a:extLst>
              <a:ext uri="{FF2B5EF4-FFF2-40B4-BE49-F238E27FC236}">
                <a16:creationId xmlns:a16="http://schemas.microsoft.com/office/drawing/2014/main" id="{7B3A50CA-4F19-EF5E-655F-03BC9015A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2" r="-2" b="-2"/>
          <a:stretch>
            <a:fillRect/>
          </a:stretch>
        </p:blipFill>
        <p:spPr bwMode="auto">
          <a:xfrm>
            <a:off x="3143253" y="10"/>
            <a:ext cx="2857499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appy Death Day - Wikipedia">
            <a:extLst>
              <a:ext uri="{FF2B5EF4-FFF2-40B4-BE49-F238E27FC236}">
                <a16:creationId xmlns:a16="http://schemas.microsoft.com/office/drawing/2014/main" id="{8D338E1C-D042-1821-AD23-397104CBB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1" b="1856"/>
          <a:stretch>
            <a:fillRect/>
          </a:stretch>
        </p:blipFill>
        <p:spPr bwMode="auto">
          <a:xfrm>
            <a:off x="6191251" y="10"/>
            <a:ext cx="2857499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tact (1997) - IMDb">
            <a:extLst>
              <a:ext uri="{FF2B5EF4-FFF2-40B4-BE49-F238E27FC236}">
                <a16:creationId xmlns:a16="http://schemas.microsoft.com/office/drawing/2014/main" id="{718D6EB5-C6D5-C952-D560-6DFDDF83E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774"/>
          <a:stretch>
            <a:fillRect/>
          </a:stretch>
        </p:blipFill>
        <p:spPr bwMode="auto">
          <a:xfrm>
            <a:off x="9239249" y="10"/>
            <a:ext cx="2952751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312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EA21-D0B9-AA2B-9C70-A2DD2F00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Film Post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2914E0-6A6A-6D04-F143-41F0912F24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1235107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It’s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2"/>
              </a:rPr>
              <a:t>hashtag#MathsWeek2025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🎉 — time for my annual posts on the different ways to enjoy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🎬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in TV &amp; Film edition 👇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🚀 Interstellar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The perfect film to start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Week. The real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behind the wormholes and time dilation was developed by Nobel Laureate Kip Thorne, who’s giving this year’s Hamilton Lecture on Thursday!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🔗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3"/>
              </a:rPr>
              <a:t>https://lnkd.in/edpiq_tu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🎯 Prime Target (Apple TV+)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handsome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PhD student researching prime numbers, the foundation of modern cryptography, becomes the target of secretive agencies trying to steal 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weaponise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his discovery.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Possibly inspired by the true story of Phil Zimmermann, who created an encryption algorithm in 1991 and was investigated under US arms-control laws.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🎂 Happy Death Day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time-loop, a murder mystery, and a masterclass in algorithmic thinking: iteration, hypothesis testing, refining strategies, and problem-solving.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perfect mix of Halloween and mathematics! 🎃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👽 Contact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Based on Carl Sagan’s novel, it explores prime numbers as the universal language and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of wormholes for interstellar travel.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Which nicely bookends the recommendations as it stars Matthew McConaughey  and the wormhole physics was done by Kip Thorne again!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💡 Check out my previous recommendations here 👉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4"/>
              </a:rPr>
              <a:t>https://lnkd.in/eVn378QF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Which one will you watch first this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Week? 🎥🧮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5"/>
              </a:rPr>
              <a:t>hashtag#MathsWeek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6"/>
              </a:rPr>
              <a:t>hashtag#MathsInMovies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7"/>
              </a:rPr>
              <a:t>hashtag#ScienceMeetsCinema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8"/>
              </a:rPr>
              <a:t>hashtag#STEM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9"/>
              </a:rPr>
              <a:t>hashtag#MathsIsEverywhere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5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726C63F6-CB75-464B-8B30-63C9D4C68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D5AF1-360B-0A7E-B047-DC58DC1F4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Books for Maths Week 2025</a:t>
            </a:r>
          </a:p>
        </p:txBody>
      </p:sp>
      <p:sp>
        <p:nvSpPr>
          <p:cNvPr id="1048" name="Rectangle: Rounded Corners 104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34" name="Picture 10" descr="The Man Who Loved Only Numbers: Amazon.co.uk: Hoffman, Paul: 9781857028119:  Books">
            <a:extLst>
              <a:ext uri="{FF2B5EF4-FFF2-40B4-BE49-F238E27FC236}">
                <a16:creationId xmlns:a16="http://schemas.microsoft.com/office/drawing/2014/main" id="{E1A8A5DA-A47C-F469-0312-82FC989EC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 r="-3" b="-3"/>
          <a:stretch>
            <a:fillRect/>
          </a:stretch>
        </p:blipFill>
        <p:spPr bwMode="auto">
          <a:xfrm>
            <a:off x="246888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termezzo by Sally Rooney">
            <a:extLst>
              <a:ext uri="{FF2B5EF4-FFF2-40B4-BE49-F238E27FC236}">
                <a16:creationId xmlns:a16="http://schemas.microsoft.com/office/drawing/2014/main" id="{D2F26A37-C642-0768-57FF-BA02B1CFE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r="3" b="3535"/>
          <a:stretch>
            <a:fillRect/>
          </a:stretch>
        </p:blipFill>
        <p:spPr bwMode="auto">
          <a:xfrm>
            <a:off x="3200400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y Machines Learn: The Elegant Maths Behind Modern AI : Ananthaswamy,  Anil: Amazon.ie: Books">
            <a:extLst>
              <a:ext uri="{FF2B5EF4-FFF2-40B4-BE49-F238E27FC236}">
                <a16:creationId xmlns:a16="http://schemas.microsoft.com/office/drawing/2014/main" id="{AEA23D3C-71A8-90E1-6B83-2559F084F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5"/>
          <a:stretch>
            <a:fillRect/>
          </a:stretch>
        </p:blipFill>
        <p:spPr bwMode="auto">
          <a:xfrm>
            <a:off x="6153912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uy Half Of A Yellow Sun Book at Easons">
            <a:extLst>
              <a:ext uri="{FF2B5EF4-FFF2-40B4-BE49-F238E27FC236}">
                <a16:creationId xmlns:a16="http://schemas.microsoft.com/office/drawing/2014/main" id="{8A3718A2-E074-1716-E72B-68BC6552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706"/>
          <a:stretch>
            <a:fillRect/>
          </a:stretch>
        </p:blipFill>
        <p:spPr bwMode="auto">
          <a:xfrm>
            <a:off x="9107424" y="2139484"/>
            <a:ext cx="283464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9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2236-22F1-5AEE-165A-EEED6305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FF98-FF7F-AAA7-595D-1603B896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Books Post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F96FA7-F6EB-C963-58C8-D58D24BF6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1235107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It’s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2"/>
              </a:rPr>
              <a:t>hashtag#MathsWeek2025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🎉 — time for my annual posts on the different ways to enjoy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🎬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in TV &amp; Film edition 👇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🚀 Interstellar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The perfect film to start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Week. The real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behind the wormholes and time dilation was developed by Nobel Laureate Kip Thorne, who’s giving this year’s Hamilton Lecture on Thursday!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🔗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3"/>
              </a:rPr>
              <a:t>https://lnkd.in/edpiq_tu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🎯 Prime Target (Apple TV+)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handsome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PhD student researching prime numbers, the foundation of modern cryptography, becomes the target of secretive agencies trying to steal 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weaponise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his discovery.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Possibly inspired by the true story of Phil Zimmermann, who created an encryption algorithm in 1991 and was investigated under US arms-control laws.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🎂 Happy Death Day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time-loop, a murder mystery, and a masterclass in algorithmic thinking: iteration, hypothesis testing, refining strategies, and problem-solving.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A perfect mix of Halloween and mathematics! 🎃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👽 Contact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Based on Carl Sagan’s novel, it explores prime numbers as the universal language and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of wormholes for interstellar travel.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Which nicely bookends the recommendations as it stars Matthew McConaughey  and the wormhole physics was done by Kip Thorne again!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💡 Check out my previous recommendations here 👉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4"/>
              </a:rPr>
              <a:t>https://lnkd.in/eVn378QF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Which one will you watch first this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Maths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Week? 🎥🧮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5"/>
              </a:rPr>
              <a:t>hashtag#MathsWeek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6"/>
              </a:rPr>
              <a:t>hashtag#MathsInMovies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7"/>
              </a:rPr>
              <a:t>hashtag#ScienceMeetsCinema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8"/>
              </a:rPr>
              <a:t>hashtag#STEM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  <a:hlinkClick r:id="rId9"/>
              </a:rPr>
              <a:t>hashtag#MathsIsEverywhere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artdeco-reset-typography-font-family-sans)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58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446F08F-BBAC-BDE8-A39F-C3FEDFFD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59"/>
          <a:stretch>
            <a:fillRect/>
          </a:stretch>
        </p:blipFill>
        <p:spPr bwMode="auto">
          <a:xfrm>
            <a:off x="35772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3BC209-1CE7-5F6F-4DAA-D479169AF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5" r="6838" b="1"/>
          <a:stretch>
            <a:fillRect/>
          </a:stretch>
        </p:blipFill>
        <p:spPr bwMode="auto">
          <a:xfrm>
            <a:off x="7822523" y="3456433"/>
            <a:ext cx="4369477" cy="3401568"/>
          </a:xfrm>
          <a:custGeom>
            <a:avLst/>
            <a:gdLst/>
            <a:ahLst/>
            <a:cxnLst/>
            <a:rect l="l" t="t" r="r" b="b"/>
            <a:pathLst>
              <a:path w="4369477" h="3401568">
                <a:moveTo>
                  <a:pt x="781270" y="0"/>
                </a:moveTo>
                <a:lnTo>
                  <a:pt x="4369477" y="0"/>
                </a:lnTo>
                <a:lnTo>
                  <a:pt x="4369477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llywood Helped Physicists Cast Light on Spinning Black Holes | NOVA | PBS">
            <a:extLst>
              <a:ext uri="{FF2B5EF4-FFF2-40B4-BE49-F238E27FC236}">
                <a16:creationId xmlns:a16="http://schemas.microsoft.com/office/drawing/2014/main" id="{E39F048E-99C4-7ABC-6057-B2EE54014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49" b="-1"/>
          <a:stretch>
            <a:fillRect/>
          </a:stretch>
        </p:blipFill>
        <p:spPr bwMode="auto">
          <a:xfrm>
            <a:off x="3630260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0009B-933E-E709-154B-41D89721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08760"/>
            <a:ext cx="342900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Research for All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Maths Week 2025</a:t>
            </a:r>
            <a:b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E08622A-93AB-0371-B48F-9EF579A9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0" r="9379"/>
          <a:stretch>
            <a:fillRect/>
          </a:stretch>
        </p:blipFill>
        <p:spPr bwMode="auto">
          <a:xfrm>
            <a:off x="7845207" y="10"/>
            <a:ext cx="4346795" cy="3401558"/>
          </a:xfrm>
          <a:custGeom>
            <a:avLst/>
            <a:gdLst/>
            <a:ahLst/>
            <a:cxnLst/>
            <a:rect l="l" t="t" r="r" b="b"/>
            <a:pathLst>
              <a:path w="4346795" h="3401568">
                <a:moveTo>
                  <a:pt x="0" y="0"/>
                </a:moveTo>
                <a:lnTo>
                  <a:pt x="4346795" y="0"/>
                </a:lnTo>
                <a:lnTo>
                  <a:pt x="4346795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9299B4-4B3F-6312-C592-FFCE905F0191}"/>
              </a:ext>
            </a:extLst>
          </p:cNvPr>
          <p:cNvSpPr txBox="1"/>
          <p:nvPr/>
        </p:nvSpPr>
        <p:spPr>
          <a:xfrm>
            <a:off x="4099259" y="-54855"/>
            <a:ext cx="423123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Learning Machines Take Over the World?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F4F17-B5F1-001E-DDEC-B40B903384E2}"/>
              </a:ext>
            </a:extLst>
          </p:cNvPr>
          <p:cNvSpPr txBox="1"/>
          <p:nvPr/>
        </p:nvSpPr>
        <p:spPr>
          <a:xfrm>
            <a:off x="7979896" y="6025896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“Feeling” Ourselves Move: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Team Effort by Our Senses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FFC9F-0B7B-64F3-B7DE-FB97217001EB}"/>
              </a:ext>
            </a:extLst>
          </p:cNvPr>
          <p:cNvSpPr txBox="1"/>
          <p:nvPr/>
        </p:nvSpPr>
        <p:spPr>
          <a:xfrm>
            <a:off x="8481583" y="2514608"/>
            <a:ext cx="3724001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Does Math Keep Secrets?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8ACE88-45C5-6E61-BEE9-9832BCB57659}"/>
              </a:ext>
            </a:extLst>
          </p:cNvPr>
          <p:cNvSpPr txBox="1"/>
          <p:nvPr/>
        </p:nvSpPr>
        <p:spPr>
          <a:xfrm>
            <a:off x="3815668" y="6270762"/>
            <a:ext cx="4917948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Astrophysics in Interstellar</a:t>
            </a:r>
          </a:p>
        </p:txBody>
      </p:sp>
    </p:spTree>
    <p:extLst>
      <p:ext uri="{BB962C8B-B14F-4D97-AF65-F5344CB8AC3E}">
        <p14:creationId xmlns:p14="http://schemas.microsoft.com/office/powerpoint/2010/main" val="66376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619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Calibri Light</vt:lpstr>
      <vt:lpstr>var(--artdeco-reset-typography-font-family-sans)</vt:lpstr>
      <vt:lpstr>Office Theme</vt:lpstr>
      <vt:lpstr>Films and TV for Maths Week 2025</vt:lpstr>
      <vt:lpstr>Film Post</vt:lpstr>
      <vt:lpstr>Books for Maths Week 2025</vt:lpstr>
      <vt:lpstr>Books Post</vt:lpstr>
      <vt:lpstr>Maths Research for All Maths Week 2025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for Maths Week 2024</dc:title>
  <dc:creator>John Butler</dc:creator>
  <cp:lastModifiedBy>John Butler</cp:lastModifiedBy>
  <cp:revision>5</cp:revision>
  <dcterms:created xsi:type="dcterms:W3CDTF">2024-10-09T11:01:26Z</dcterms:created>
  <dcterms:modified xsi:type="dcterms:W3CDTF">2025-10-13T08:07:29Z</dcterms:modified>
</cp:coreProperties>
</file>